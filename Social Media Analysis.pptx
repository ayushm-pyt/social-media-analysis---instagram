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7"/>
  </p:notesMasterIdLst>
  <p:sldIdLst>
    <p:sldId id="256" r:id="rId2"/>
    <p:sldId id="257" r:id="rId3"/>
    <p:sldId id="296" r:id="rId4"/>
    <p:sldId id="259" r:id="rId5"/>
    <p:sldId id="297" r:id="rId6"/>
    <p:sldId id="299" r:id="rId7"/>
    <p:sldId id="310" r:id="rId8"/>
    <p:sldId id="300" r:id="rId9"/>
    <p:sldId id="311" r:id="rId10"/>
    <p:sldId id="301" r:id="rId11"/>
    <p:sldId id="302" r:id="rId12"/>
    <p:sldId id="303" r:id="rId13"/>
    <p:sldId id="304" r:id="rId14"/>
    <p:sldId id="305" r:id="rId15"/>
    <p:sldId id="309" r:id="rId16"/>
  </p:sldIdLst>
  <p:sldSz cx="9144000" cy="5143500" type="screen16x9"/>
  <p:notesSz cx="6858000" cy="9144000"/>
  <p:embeddedFontLst>
    <p:embeddedFont>
      <p:font typeface="Bahnschrift" panose="020B0502040204020203" pitchFamily="34" charset="0"/>
      <p:regular r:id="rId18"/>
      <p:bold r:id="rId19"/>
    </p:embeddedFont>
    <p:embeddedFont>
      <p:font typeface="Bahnschrift Light" panose="020B0502040204020203" pitchFamily="34" charset="0"/>
      <p:regular r:id="rId20"/>
    </p:embeddedFont>
    <p:embeddedFont>
      <p:font typeface="Montserrat" panose="00000500000000000000" pitchFamily="2" charset="0"/>
      <p:regular r:id="rId21"/>
      <p:bold r:id="rId22"/>
      <p:italic r:id="rId23"/>
      <p:boldItalic r:id="rId24"/>
    </p:embeddedFont>
    <p:embeddedFont>
      <p:font typeface="Montserrat Medium" panose="00000600000000000000" pitchFamily="2" charset="0"/>
      <p:regular r:id="rId25"/>
      <p:bold r:id="rId26"/>
      <p:italic r:id="rId27"/>
      <p:boldItalic r:id="rId28"/>
    </p:embeddedFont>
    <p:embeddedFont>
      <p:font typeface="Nunito Light" pitchFamily="2" charset="0"/>
      <p:regular r:id="rId29"/>
      <p: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676"/>
    <a:srgbClr val="C32993"/>
    <a:srgbClr val="882580"/>
    <a:srgbClr val="FC1386"/>
    <a:srgbClr val="EC836E"/>
    <a:srgbClr val="2F1F65"/>
    <a:srgbClr val="C77C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DA3A9-8A8C-4117-AF53-26302BD6A7E6}" v="216" dt="2026-07-14T13:28:07.646"/>
  </p1510:revLst>
</p1510:revInfo>
</file>

<file path=ppt/tableStyles.xml><?xml version="1.0" encoding="utf-8"?>
<a:tblStyleLst xmlns:a="http://schemas.openxmlformats.org/drawingml/2006/main" def="{3AC86555-2FEC-4BCF-A301-C99586A66ABA}">
  <a:tblStyle styleId="{3AC86555-2FEC-4BCF-A301-C99586A66AB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83F2DB0-21D8-41E7-B3D0-025457DEEFE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94660"/>
  </p:normalViewPr>
  <p:slideViewPr>
    <p:cSldViewPr snapToGrid="0">
      <p:cViewPr varScale="1">
        <p:scale>
          <a:sx n="103" d="100"/>
          <a:sy n="103" d="100"/>
        </p:scale>
        <p:origin x="83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Mishra" userId="41986850fa8703fe" providerId="LiveId" clId="{F6E1A097-2A8B-43F1-9F8F-4E699ABBBD89}"/>
    <pc:docChg chg="undo redo custSel addSld delSld modSld sldOrd delMainMaster">
      <pc:chgData name="Ayush Mishra" userId="41986850fa8703fe" providerId="LiveId" clId="{F6E1A097-2A8B-43F1-9F8F-4E699ABBBD89}" dt="2026-07-14T13:30:53.428" v="4671" actId="47"/>
      <pc:docMkLst>
        <pc:docMk/>
      </pc:docMkLst>
      <pc:sldChg chg="modSp mod">
        <pc:chgData name="Ayush Mishra" userId="41986850fa8703fe" providerId="LiveId" clId="{F6E1A097-2A8B-43F1-9F8F-4E699ABBBD89}" dt="2026-07-11T19:26:03.032" v="201" actId="255"/>
        <pc:sldMkLst>
          <pc:docMk/>
          <pc:sldMk cId="0" sldId="257"/>
        </pc:sldMkLst>
        <pc:spChg chg="mod">
          <ac:chgData name="Ayush Mishra" userId="41986850fa8703fe" providerId="LiveId" clId="{F6E1A097-2A8B-43F1-9F8F-4E699ABBBD89}" dt="2026-07-11T19:25:57.860" v="200" actId="255"/>
          <ac:spMkLst>
            <pc:docMk/>
            <pc:sldMk cId="0" sldId="257"/>
            <ac:spMk id="3" creationId="{6CB75D31-4482-0766-78FA-801BC240A077}"/>
          </ac:spMkLst>
        </pc:spChg>
        <pc:spChg chg="mod">
          <ac:chgData name="Ayush Mishra" userId="41986850fa8703fe" providerId="LiveId" clId="{F6E1A097-2A8B-43F1-9F8F-4E699ABBBD89}" dt="2026-07-11T19:26:03.032" v="201" actId="255"/>
          <ac:spMkLst>
            <pc:docMk/>
            <pc:sldMk cId="0" sldId="257"/>
            <ac:spMk id="18" creationId="{24EB074D-51D5-5EA9-583A-4181DF24F642}"/>
          </ac:spMkLst>
        </pc:spChg>
        <pc:spChg chg="mod">
          <ac:chgData name="Ayush Mishra" userId="41986850fa8703fe" providerId="LiveId" clId="{F6E1A097-2A8B-43F1-9F8F-4E699ABBBD89}" dt="2026-07-11T18:51:11.118" v="114" actId="1076"/>
          <ac:spMkLst>
            <pc:docMk/>
            <pc:sldMk cId="0" sldId="257"/>
            <ac:spMk id="637" creationId="{00000000-0000-0000-0000-000000000000}"/>
          </ac:spMkLst>
        </pc:spChg>
        <pc:picChg chg="mod">
          <ac:chgData name="Ayush Mishra" userId="41986850fa8703fe" providerId="LiveId" clId="{F6E1A097-2A8B-43F1-9F8F-4E699ABBBD89}" dt="2026-07-11T18:50:03.289" v="99" actId="1076"/>
          <ac:picMkLst>
            <pc:docMk/>
            <pc:sldMk cId="0" sldId="257"/>
            <ac:picMk id="31" creationId="{EC44E9F4-7B94-E9FB-B8A1-22868786FA8C}"/>
          </ac:picMkLst>
        </pc:picChg>
      </pc:sldChg>
      <pc:sldChg chg="modSp mod">
        <pc:chgData name="Ayush Mishra" userId="41986850fa8703fe" providerId="LiveId" clId="{F6E1A097-2A8B-43F1-9F8F-4E699ABBBD89}" dt="2026-07-11T19:26:49.656" v="210" actId="14100"/>
        <pc:sldMkLst>
          <pc:docMk/>
          <pc:sldMk cId="0" sldId="259"/>
        </pc:sldMkLst>
        <pc:spChg chg="mod">
          <ac:chgData name="Ayush Mishra" userId="41986850fa8703fe" providerId="LiveId" clId="{F6E1A097-2A8B-43F1-9F8F-4E699ABBBD89}" dt="2026-07-11T19:26:49.656" v="210" actId="14100"/>
          <ac:spMkLst>
            <pc:docMk/>
            <pc:sldMk cId="0" sldId="259"/>
            <ac:spMk id="6" creationId="{6734E3CE-0757-34B5-602D-97A8F9DC304A}"/>
          </ac:spMkLst>
        </pc:spChg>
        <pc:spChg chg="mod">
          <ac:chgData name="Ayush Mishra" userId="41986850fa8703fe" providerId="LiveId" clId="{F6E1A097-2A8B-43F1-9F8F-4E699ABBBD89}" dt="2026-07-11T19:26:46.767" v="209" actId="14100"/>
          <ac:spMkLst>
            <pc:docMk/>
            <pc:sldMk cId="0" sldId="259"/>
            <ac:spMk id="29" creationId="{6FCD571E-776F-1A3E-7114-CF9990F3CF39}"/>
          </ac:spMkLst>
        </pc:spChg>
        <pc:spChg chg="mod">
          <ac:chgData name="Ayush Mishra" userId="41986850fa8703fe" providerId="LiveId" clId="{F6E1A097-2A8B-43F1-9F8F-4E699ABBBD89}" dt="2026-07-11T18:55:22.789" v="136" actId="14100"/>
          <ac:spMkLst>
            <pc:docMk/>
            <pc:sldMk cId="0" sldId="259"/>
            <ac:spMk id="677" creationId="{00000000-0000-0000-0000-000000000000}"/>
          </ac:spMkLst>
        </pc:spChg>
        <pc:picChg chg="mod">
          <ac:chgData name="Ayush Mishra" userId="41986850fa8703fe" providerId="LiveId" clId="{F6E1A097-2A8B-43F1-9F8F-4E699ABBBD89}" dt="2026-07-11T19:26:31.672" v="204" actId="14100"/>
          <ac:picMkLst>
            <pc:docMk/>
            <pc:sldMk cId="0" sldId="259"/>
            <ac:picMk id="27" creationId="{ED6CBF8E-10F1-B29A-CF74-C76B95A5FA05}"/>
          </ac:picMkLst>
        </pc:picChg>
        <pc:picChg chg="mod">
          <ac:chgData name="Ayush Mishra" userId="41986850fa8703fe" providerId="LiveId" clId="{F6E1A097-2A8B-43F1-9F8F-4E699ABBBD89}" dt="2026-07-11T19:26:42.679" v="208" actId="1076"/>
          <ac:picMkLst>
            <pc:docMk/>
            <pc:sldMk cId="0" sldId="259"/>
            <ac:picMk id="35" creationId="{CEBFF832-3783-9D0F-9D87-F81BB80B43D5}"/>
          </ac:picMkLst>
        </pc:picChg>
      </pc:sldChg>
      <pc:sldChg chg="modSp mod">
        <pc:chgData name="Ayush Mishra" userId="41986850fa8703fe" providerId="LiveId" clId="{F6E1A097-2A8B-43F1-9F8F-4E699ABBBD89}" dt="2026-07-11T20:06:09.539" v="995" actId="404"/>
        <pc:sldMkLst>
          <pc:docMk/>
          <pc:sldMk cId="2108051838" sldId="296"/>
        </pc:sldMkLst>
        <pc:spChg chg="mod">
          <ac:chgData name="Ayush Mishra" userId="41986850fa8703fe" providerId="LiveId" clId="{F6E1A097-2A8B-43F1-9F8F-4E699ABBBD89}" dt="2026-07-11T20:06:09.539" v="995" actId="404"/>
          <ac:spMkLst>
            <pc:docMk/>
            <pc:sldMk cId="2108051838" sldId="296"/>
            <ac:spMk id="2" creationId="{260F0637-C64C-FFD6-6944-E1CE54D1606A}"/>
          </ac:spMkLst>
        </pc:spChg>
        <pc:spChg chg="mod">
          <ac:chgData name="Ayush Mishra" userId="41986850fa8703fe" providerId="LiveId" clId="{F6E1A097-2A8B-43F1-9F8F-4E699ABBBD89}" dt="2026-07-11T19:25:51.543" v="199" actId="255"/>
          <ac:spMkLst>
            <pc:docMk/>
            <pc:sldMk cId="2108051838" sldId="296"/>
            <ac:spMk id="3" creationId="{C8115878-0FB1-019E-A498-432E670709C5}"/>
          </ac:spMkLst>
        </pc:spChg>
      </pc:sldChg>
      <pc:sldChg chg="addSp modSp new mod">
        <pc:chgData name="Ayush Mishra" userId="41986850fa8703fe" providerId="LiveId" clId="{F6E1A097-2A8B-43F1-9F8F-4E699ABBBD89}" dt="2026-07-11T19:31:38.408" v="219" actId="14100"/>
        <pc:sldMkLst>
          <pc:docMk/>
          <pc:sldMk cId="4102591377" sldId="297"/>
        </pc:sldMkLst>
        <pc:spChg chg="mod">
          <ac:chgData name="Ayush Mishra" userId="41986850fa8703fe" providerId="LiveId" clId="{F6E1A097-2A8B-43F1-9F8F-4E699ABBBD89}" dt="2026-07-11T19:22:29.651" v="194" actId="1076"/>
          <ac:spMkLst>
            <pc:docMk/>
            <pc:sldMk cId="4102591377" sldId="297"/>
            <ac:spMk id="2" creationId="{B3D465BC-ED62-438C-6A4D-84E1007B2C7F}"/>
          </ac:spMkLst>
        </pc:spChg>
        <pc:spChg chg="mod">
          <ac:chgData name="Ayush Mishra" userId="41986850fa8703fe" providerId="LiveId" clId="{F6E1A097-2A8B-43F1-9F8F-4E699ABBBD89}" dt="2026-07-11T19:27:13.830" v="213" actId="1076"/>
          <ac:spMkLst>
            <pc:docMk/>
            <pc:sldMk cId="4102591377" sldId="297"/>
            <ac:spMk id="3" creationId="{44DB32B7-73BA-914C-06A6-E4581BF29035}"/>
          </ac:spMkLst>
        </pc:spChg>
        <pc:spChg chg="mod">
          <ac:chgData name="Ayush Mishra" userId="41986850fa8703fe" providerId="LiveId" clId="{F6E1A097-2A8B-43F1-9F8F-4E699ABBBD89}" dt="2026-07-11T19:31:21.637" v="215"/>
          <ac:spMkLst>
            <pc:docMk/>
            <pc:sldMk cId="4102591377" sldId="297"/>
            <ac:spMk id="5" creationId="{24D8C347-591F-7E1B-28A3-957676720E20}"/>
          </ac:spMkLst>
        </pc:spChg>
        <pc:spChg chg="mod">
          <ac:chgData name="Ayush Mishra" userId="41986850fa8703fe" providerId="LiveId" clId="{F6E1A097-2A8B-43F1-9F8F-4E699ABBBD89}" dt="2026-07-11T19:31:21.637" v="215"/>
          <ac:spMkLst>
            <pc:docMk/>
            <pc:sldMk cId="4102591377" sldId="297"/>
            <ac:spMk id="6" creationId="{0A95C557-6C86-34F5-750D-B5BC2B919B43}"/>
          </ac:spMkLst>
        </pc:spChg>
        <pc:spChg chg="mod">
          <ac:chgData name="Ayush Mishra" userId="41986850fa8703fe" providerId="LiveId" clId="{F6E1A097-2A8B-43F1-9F8F-4E699ABBBD89}" dt="2026-07-11T19:31:21.637" v="215"/>
          <ac:spMkLst>
            <pc:docMk/>
            <pc:sldMk cId="4102591377" sldId="297"/>
            <ac:spMk id="7" creationId="{B6007517-C8E5-2FF9-2E4E-E3C518223D4F}"/>
          </ac:spMkLst>
        </pc:spChg>
        <pc:spChg chg="mod">
          <ac:chgData name="Ayush Mishra" userId="41986850fa8703fe" providerId="LiveId" clId="{F6E1A097-2A8B-43F1-9F8F-4E699ABBBD89}" dt="2026-07-11T19:31:21.637" v="215"/>
          <ac:spMkLst>
            <pc:docMk/>
            <pc:sldMk cId="4102591377" sldId="297"/>
            <ac:spMk id="8" creationId="{0E7A3E67-C937-AC64-6515-2CEBCC45FF95}"/>
          </ac:spMkLst>
        </pc:spChg>
        <pc:spChg chg="mod">
          <ac:chgData name="Ayush Mishra" userId="41986850fa8703fe" providerId="LiveId" clId="{F6E1A097-2A8B-43F1-9F8F-4E699ABBBD89}" dt="2026-07-11T19:31:21.637" v="215"/>
          <ac:spMkLst>
            <pc:docMk/>
            <pc:sldMk cId="4102591377" sldId="297"/>
            <ac:spMk id="9" creationId="{F29B4055-2E97-DB55-10BD-E6E42AFC87C8}"/>
          </ac:spMkLst>
        </pc:spChg>
        <pc:spChg chg="mod">
          <ac:chgData name="Ayush Mishra" userId="41986850fa8703fe" providerId="LiveId" clId="{F6E1A097-2A8B-43F1-9F8F-4E699ABBBD89}" dt="2026-07-11T19:31:21.637" v="215"/>
          <ac:spMkLst>
            <pc:docMk/>
            <pc:sldMk cId="4102591377" sldId="297"/>
            <ac:spMk id="10" creationId="{479684C7-CFC6-81CB-2234-B99CA86A93A1}"/>
          </ac:spMkLst>
        </pc:spChg>
        <pc:spChg chg="mod">
          <ac:chgData name="Ayush Mishra" userId="41986850fa8703fe" providerId="LiveId" clId="{F6E1A097-2A8B-43F1-9F8F-4E699ABBBD89}" dt="2026-07-11T19:31:21.637" v="215"/>
          <ac:spMkLst>
            <pc:docMk/>
            <pc:sldMk cId="4102591377" sldId="297"/>
            <ac:spMk id="11" creationId="{8A082AF6-7A58-5520-5218-F45A7769C1BB}"/>
          </ac:spMkLst>
        </pc:spChg>
        <pc:spChg chg="mod">
          <ac:chgData name="Ayush Mishra" userId="41986850fa8703fe" providerId="LiveId" clId="{F6E1A097-2A8B-43F1-9F8F-4E699ABBBD89}" dt="2026-07-11T19:31:21.637" v="215"/>
          <ac:spMkLst>
            <pc:docMk/>
            <pc:sldMk cId="4102591377" sldId="297"/>
            <ac:spMk id="12" creationId="{EB33D98A-B15D-85F7-E34C-34774A8DD588}"/>
          </ac:spMkLst>
        </pc:spChg>
        <pc:grpChg chg="add mod">
          <ac:chgData name="Ayush Mishra" userId="41986850fa8703fe" providerId="LiveId" clId="{F6E1A097-2A8B-43F1-9F8F-4E699ABBBD89}" dt="2026-07-11T19:31:38.408" v="219" actId="14100"/>
          <ac:grpSpMkLst>
            <pc:docMk/>
            <pc:sldMk cId="4102591377" sldId="297"/>
            <ac:grpSpMk id="4" creationId="{1F41B5C0-9CFC-E8DD-7EE8-263FB2E3340E}"/>
          </ac:grpSpMkLst>
        </pc:grpChg>
      </pc:sldChg>
      <pc:sldChg chg="addSp delSp modSp new mod">
        <pc:chgData name="Ayush Mishra" userId="41986850fa8703fe" providerId="LiveId" clId="{F6E1A097-2A8B-43F1-9F8F-4E699ABBBD89}" dt="2026-07-14T12:08:43.572" v="4616" actId="21"/>
        <pc:sldMkLst>
          <pc:docMk/>
          <pc:sldMk cId="4257268527" sldId="299"/>
        </pc:sldMkLst>
        <pc:spChg chg="mod">
          <ac:chgData name="Ayush Mishra" userId="41986850fa8703fe" providerId="LiveId" clId="{F6E1A097-2A8B-43F1-9F8F-4E699ABBBD89}" dt="2026-07-11T20:21:18.237" v="1326" actId="1076"/>
          <ac:spMkLst>
            <pc:docMk/>
            <pc:sldMk cId="4257268527" sldId="299"/>
            <ac:spMk id="2" creationId="{ED1ED56C-4047-A834-8BEE-99C5D0D85D7F}"/>
          </ac:spMkLst>
        </pc:spChg>
        <pc:spChg chg="mod">
          <ac:chgData name="Ayush Mishra" userId="41986850fa8703fe" providerId="LiveId" clId="{F6E1A097-2A8B-43F1-9F8F-4E699ABBBD89}" dt="2026-07-14T11:20:11.376" v="4002" actId="255"/>
          <ac:spMkLst>
            <pc:docMk/>
            <pc:sldMk cId="4257268527" sldId="299"/>
            <ac:spMk id="3" creationId="{18BC8F2C-A21B-5CCD-28B1-A9BF78D6BFB3}"/>
          </ac:spMkLst>
        </pc:spChg>
        <pc:spChg chg="add del mod">
          <ac:chgData name="Ayush Mishra" userId="41986850fa8703fe" providerId="LiveId" clId="{F6E1A097-2A8B-43F1-9F8F-4E699ABBBD89}" dt="2026-07-14T12:08:43.572" v="4616" actId="21"/>
          <ac:spMkLst>
            <pc:docMk/>
            <pc:sldMk cId="4257268527" sldId="299"/>
            <ac:spMk id="8" creationId="{DD0B57FB-9187-2CE1-E2E2-4CEBAB43CEF6}"/>
          </ac:spMkLst>
        </pc:spChg>
        <pc:picChg chg="add mod">
          <ac:chgData name="Ayush Mishra" userId="41986850fa8703fe" providerId="LiveId" clId="{F6E1A097-2A8B-43F1-9F8F-4E699ABBBD89}" dt="2026-07-11T20:22:01.698" v="1329" actId="14100"/>
          <ac:picMkLst>
            <pc:docMk/>
            <pc:sldMk cId="4257268527" sldId="299"/>
            <ac:picMk id="5" creationId="{04A49F9B-B1CC-CB3C-B13D-112EA2D8A45A}"/>
          </ac:picMkLst>
        </pc:picChg>
        <pc:picChg chg="add mod">
          <ac:chgData name="Ayush Mishra" userId="41986850fa8703fe" providerId="LiveId" clId="{F6E1A097-2A8B-43F1-9F8F-4E699ABBBD89}" dt="2026-07-11T20:22:06.005" v="1330" actId="14100"/>
          <ac:picMkLst>
            <pc:docMk/>
            <pc:sldMk cId="4257268527" sldId="299"/>
            <ac:picMk id="7" creationId="{191CCA17-6B03-F653-E8A2-F2DCE93E66FC}"/>
          </ac:picMkLst>
        </pc:picChg>
      </pc:sldChg>
      <pc:sldChg chg="addSp delSp modSp new mod">
        <pc:chgData name="Ayush Mishra" userId="41986850fa8703fe" providerId="LiveId" clId="{F6E1A097-2A8B-43F1-9F8F-4E699ABBBD89}" dt="2026-07-14T09:01:29.172" v="3414" actId="478"/>
        <pc:sldMkLst>
          <pc:docMk/>
          <pc:sldMk cId="1114540433" sldId="300"/>
        </pc:sldMkLst>
        <pc:spChg chg="mod">
          <ac:chgData name="Ayush Mishra" userId="41986850fa8703fe" providerId="LiveId" clId="{F6E1A097-2A8B-43F1-9F8F-4E699ABBBD89}" dt="2026-07-11T22:32:38.085" v="1397" actId="115"/>
          <ac:spMkLst>
            <pc:docMk/>
            <pc:sldMk cId="1114540433" sldId="300"/>
            <ac:spMk id="2" creationId="{F3EF8A3C-4489-C1A6-E82A-4160464BCF8C}"/>
          </ac:spMkLst>
        </pc:spChg>
        <pc:spChg chg="mod">
          <ac:chgData name="Ayush Mishra" userId="41986850fa8703fe" providerId="LiveId" clId="{F6E1A097-2A8B-43F1-9F8F-4E699ABBBD89}" dt="2026-07-14T08:59:50.197" v="3242" actId="1076"/>
          <ac:spMkLst>
            <pc:docMk/>
            <pc:sldMk cId="1114540433" sldId="300"/>
            <ac:spMk id="3" creationId="{4D12BB22-6DF8-1539-1F7F-E8A569A96D87}"/>
          </ac:spMkLst>
        </pc:spChg>
        <pc:spChg chg="add mod">
          <ac:chgData name="Ayush Mishra" userId="41986850fa8703fe" providerId="LiveId" clId="{F6E1A097-2A8B-43F1-9F8F-4E699ABBBD89}" dt="2026-07-14T08:57:20.886" v="3233" actId="1076"/>
          <ac:spMkLst>
            <pc:docMk/>
            <pc:sldMk cId="1114540433" sldId="300"/>
            <ac:spMk id="9" creationId="{8BBC0A46-9E43-A2DE-DC93-9446F2C0E5B1}"/>
          </ac:spMkLst>
        </pc:spChg>
        <pc:spChg chg="mod">
          <ac:chgData name="Ayush Mishra" userId="41986850fa8703fe" providerId="LiveId" clId="{F6E1A097-2A8B-43F1-9F8F-4E699ABBBD89}" dt="2026-07-14T09:00:43.536" v="3244" actId="17032"/>
          <ac:spMkLst>
            <pc:docMk/>
            <pc:sldMk cId="1114540433" sldId="300"/>
            <ac:spMk id="13" creationId="{DA2EC338-FB4E-5206-FE15-ABB152E221F6}"/>
          </ac:spMkLst>
        </pc:spChg>
        <pc:spChg chg="mod">
          <ac:chgData name="Ayush Mishra" userId="41986850fa8703fe" providerId="LiveId" clId="{F6E1A097-2A8B-43F1-9F8F-4E699ABBBD89}" dt="2026-07-14T09:00:43.536" v="3244" actId="17032"/>
          <ac:spMkLst>
            <pc:docMk/>
            <pc:sldMk cId="1114540433" sldId="300"/>
            <ac:spMk id="14" creationId="{F47DB963-1B31-DF13-746F-45F7B83D07D9}"/>
          </ac:spMkLst>
        </pc:spChg>
        <pc:spChg chg="mod">
          <ac:chgData name="Ayush Mishra" userId="41986850fa8703fe" providerId="LiveId" clId="{F6E1A097-2A8B-43F1-9F8F-4E699ABBBD89}" dt="2026-07-14T09:00:43.536" v="3244" actId="17032"/>
          <ac:spMkLst>
            <pc:docMk/>
            <pc:sldMk cId="1114540433" sldId="300"/>
            <ac:spMk id="15" creationId="{1BA4F104-C86A-ED9C-487D-011C4D38504D}"/>
          </ac:spMkLst>
        </pc:spChg>
        <pc:spChg chg="mod">
          <ac:chgData name="Ayush Mishra" userId="41986850fa8703fe" providerId="LiveId" clId="{F6E1A097-2A8B-43F1-9F8F-4E699ABBBD89}" dt="2026-07-14T09:00:43.536" v="3244" actId="17032"/>
          <ac:spMkLst>
            <pc:docMk/>
            <pc:sldMk cId="1114540433" sldId="300"/>
            <ac:spMk id="16" creationId="{3F8C7E5D-4998-CA26-200E-325128C84563}"/>
          </ac:spMkLst>
        </pc:spChg>
        <pc:spChg chg="mod">
          <ac:chgData name="Ayush Mishra" userId="41986850fa8703fe" providerId="LiveId" clId="{F6E1A097-2A8B-43F1-9F8F-4E699ABBBD89}" dt="2026-07-14T09:00:43.536" v="3244" actId="17032"/>
          <ac:spMkLst>
            <pc:docMk/>
            <pc:sldMk cId="1114540433" sldId="300"/>
            <ac:spMk id="20" creationId="{F215D0D3-22AF-D2D3-7469-22E70A6E2BEF}"/>
          </ac:spMkLst>
        </pc:spChg>
        <pc:spChg chg="mod">
          <ac:chgData name="Ayush Mishra" userId="41986850fa8703fe" providerId="LiveId" clId="{F6E1A097-2A8B-43F1-9F8F-4E699ABBBD89}" dt="2026-07-14T09:00:43.536" v="3244" actId="17032"/>
          <ac:spMkLst>
            <pc:docMk/>
            <pc:sldMk cId="1114540433" sldId="300"/>
            <ac:spMk id="21" creationId="{F8B0E5D0-6ED8-A045-A8D9-48B5DD0D20BF}"/>
          </ac:spMkLst>
        </pc:spChg>
        <pc:spChg chg="mod">
          <ac:chgData name="Ayush Mishra" userId="41986850fa8703fe" providerId="LiveId" clId="{F6E1A097-2A8B-43F1-9F8F-4E699ABBBD89}" dt="2026-07-14T09:00:43.536" v="3244" actId="17032"/>
          <ac:spMkLst>
            <pc:docMk/>
            <pc:sldMk cId="1114540433" sldId="300"/>
            <ac:spMk id="22" creationId="{197035BC-3A47-BB63-F953-0055F925EE10}"/>
          </ac:spMkLst>
        </pc:spChg>
        <pc:spChg chg="mod">
          <ac:chgData name="Ayush Mishra" userId="41986850fa8703fe" providerId="LiveId" clId="{F6E1A097-2A8B-43F1-9F8F-4E699ABBBD89}" dt="2026-07-14T09:00:43.536" v="3244" actId="17032"/>
          <ac:spMkLst>
            <pc:docMk/>
            <pc:sldMk cId="1114540433" sldId="300"/>
            <ac:spMk id="23" creationId="{3D5332F6-78C1-3A5C-E305-3FFAF9872AC3}"/>
          </ac:spMkLst>
        </pc:spChg>
        <pc:spChg chg="mod">
          <ac:chgData name="Ayush Mishra" userId="41986850fa8703fe" providerId="LiveId" clId="{F6E1A097-2A8B-43F1-9F8F-4E699ABBBD89}" dt="2026-07-14T09:00:43.536" v="3244" actId="17032"/>
          <ac:spMkLst>
            <pc:docMk/>
            <pc:sldMk cId="1114540433" sldId="300"/>
            <ac:spMk id="24" creationId="{7AEB3382-274D-945C-0E51-E6B12845B111}"/>
          </ac:spMkLst>
        </pc:spChg>
        <pc:spChg chg="mod">
          <ac:chgData name="Ayush Mishra" userId="41986850fa8703fe" providerId="LiveId" clId="{F6E1A097-2A8B-43F1-9F8F-4E699ABBBD89}" dt="2026-07-14T09:00:43.536" v="3244" actId="17032"/>
          <ac:spMkLst>
            <pc:docMk/>
            <pc:sldMk cId="1114540433" sldId="300"/>
            <ac:spMk id="25" creationId="{2D38F369-D9E6-5FE5-E090-AD959765086C}"/>
          </ac:spMkLst>
        </pc:spChg>
        <pc:grpChg chg="del mod ord">
          <ac:chgData name="Ayush Mishra" userId="41986850fa8703fe" providerId="LiveId" clId="{F6E1A097-2A8B-43F1-9F8F-4E699ABBBD89}" dt="2026-07-14T09:01:29.172" v="3414" actId="478"/>
          <ac:grpSpMkLst>
            <pc:docMk/>
            <pc:sldMk cId="1114540433" sldId="300"/>
            <ac:grpSpMk id="10" creationId="{CBD5B706-1889-80D9-1BD0-3B77C21D334C}"/>
          </ac:grpSpMkLst>
        </pc:grpChg>
        <pc:picChg chg="add mod">
          <ac:chgData name="Ayush Mishra" userId="41986850fa8703fe" providerId="LiveId" clId="{F6E1A097-2A8B-43F1-9F8F-4E699ABBBD89}" dt="2026-07-14T08:08:13.510" v="2205" actId="1076"/>
          <ac:picMkLst>
            <pc:docMk/>
            <pc:sldMk cId="1114540433" sldId="300"/>
            <ac:picMk id="5" creationId="{632CAD62-1DD6-C39C-BF1E-91E558A94777}"/>
          </ac:picMkLst>
        </pc:picChg>
        <pc:picChg chg="add mod">
          <ac:chgData name="Ayush Mishra" userId="41986850fa8703fe" providerId="LiveId" clId="{F6E1A097-2A8B-43F1-9F8F-4E699ABBBD89}" dt="2026-07-14T08:08:10.124" v="2204" actId="1076"/>
          <ac:picMkLst>
            <pc:docMk/>
            <pc:sldMk cId="1114540433" sldId="300"/>
            <ac:picMk id="6" creationId="{611226F8-533B-99BE-814D-4DFF147D023F}"/>
          </ac:picMkLst>
        </pc:picChg>
        <pc:picChg chg="add del">
          <ac:chgData name="Ayush Mishra" userId="41986850fa8703fe" providerId="LiveId" clId="{F6E1A097-2A8B-43F1-9F8F-4E699ABBBD89}" dt="2026-07-14T08:00:00.314" v="1734" actId="22"/>
          <ac:picMkLst>
            <pc:docMk/>
            <pc:sldMk cId="1114540433" sldId="300"/>
            <ac:picMk id="8" creationId="{08982060-ECB0-FDFD-163C-9EA375A7C612}"/>
          </ac:picMkLst>
        </pc:picChg>
      </pc:sldChg>
      <pc:sldChg chg="addSp delSp modSp new mod">
        <pc:chgData name="Ayush Mishra" userId="41986850fa8703fe" providerId="LiveId" clId="{F6E1A097-2A8B-43F1-9F8F-4E699ABBBD89}" dt="2026-07-14T11:43:01.393" v="4377" actId="1036"/>
        <pc:sldMkLst>
          <pc:docMk/>
          <pc:sldMk cId="2087146896" sldId="301"/>
        </pc:sldMkLst>
        <pc:spChg chg="mod">
          <ac:chgData name="Ayush Mishra" userId="41986850fa8703fe" providerId="LiveId" clId="{F6E1A097-2A8B-43F1-9F8F-4E699ABBBD89}" dt="2026-07-14T08:39:51.308" v="2304" actId="115"/>
          <ac:spMkLst>
            <pc:docMk/>
            <pc:sldMk cId="2087146896" sldId="301"/>
            <ac:spMk id="2" creationId="{7B28D83A-A577-6F7A-C7BF-2142EBEB0E52}"/>
          </ac:spMkLst>
        </pc:spChg>
        <pc:spChg chg="mod">
          <ac:chgData name="Ayush Mishra" userId="41986850fa8703fe" providerId="LiveId" clId="{F6E1A097-2A8B-43F1-9F8F-4E699ABBBD89}" dt="2026-07-14T11:19:14.531" v="3999" actId="255"/>
          <ac:spMkLst>
            <pc:docMk/>
            <pc:sldMk cId="2087146896" sldId="301"/>
            <ac:spMk id="3" creationId="{98CB79DA-DA56-BCC1-F95A-0193B291562E}"/>
          </ac:spMkLst>
        </pc:spChg>
        <pc:picChg chg="add del mod">
          <ac:chgData name="Ayush Mishra" userId="41986850fa8703fe" providerId="LiveId" clId="{F6E1A097-2A8B-43F1-9F8F-4E699ABBBD89}" dt="2026-07-14T08:36:38.220" v="2214" actId="478"/>
          <ac:picMkLst>
            <pc:docMk/>
            <pc:sldMk cId="2087146896" sldId="301"/>
            <ac:picMk id="5" creationId="{2EFED709-2D8A-9EA3-8A95-0646E14E97E1}"/>
          </ac:picMkLst>
        </pc:picChg>
        <pc:picChg chg="add mod">
          <ac:chgData name="Ayush Mishra" userId="41986850fa8703fe" providerId="LiveId" clId="{F6E1A097-2A8B-43F1-9F8F-4E699ABBBD89}" dt="2026-07-14T11:43:01.393" v="4377" actId="1036"/>
          <ac:picMkLst>
            <pc:docMk/>
            <pc:sldMk cId="2087146896" sldId="301"/>
            <ac:picMk id="7" creationId="{2F04643C-7005-685B-55D1-BA6805AAAA5B}"/>
          </ac:picMkLst>
        </pc:picChg>
      </pc:sldChg>
      <pc:sldChg chg="addSp delSp modSp new mod">
        <pc:chgData name="Ayush Mishra" userId="41986850fa8703fe" providerId="LiveId" clId="{F6E1A097-2A8B-43F1-9F8F-4E699ABBBD89}" dt="2026-07-14T11:28:27.612" v="4156" actId="20577"/>
        <pc:sldMkLst>
          <pc:docMk/>
          <pc:sldMk cId="602393795" sldId="302"/>
        </pc:sldMkLst>
        <pc:spChg chg="mod">
          <ac:chgData name="Ayush Mishra" userId="41986850fa8703fe" providerId="LiveId" clId="{F6E1A097-2A8B-43F1-9F8F-4E699ABBBD89}" dt="2026-07-14T09:03:08.235" v="3443" actId="403"/>
          <ac:spMkLst>
            <pc:docMk/>
            <pc:sldMk cId="602393795" sldId="302"/>
            <ac:spMk id="2" creationId="{FBF6CA5A-138F-2892-F6A5-D1DD6C42F96D}"/>
          </ac:spMkLst>
        </pc:spChg>
        <pc:spChg chg="mod">
          <ac:chgData name="Ayush Mishra" userId="41986850fa8703fe" providerId="LiveId" clId="{F6E1A097-2A8B-43F1-9F8F-4E699ABBBD89}" dt="2026-07-14T11:28:27.612" v="4156" actId="20577"/>
          <ac:spMkLst>
            <pc:docMk/>
            <pc:sldMk cId="602393795" sldId="302"/>
            <ac:spMk id="3" creationId="{079A2E49-B271-0761-F58D-DB0F3F81719E}"/>
          </ac:spMkLst>
        </pc:spChg>
        <pc:graphicFrameChg chg="add mod">
          <ac:chgData name="Ayush Mishra" userId="41986850fa8703fe" providerId="LiveId" clId="{F6E1A097-2A8B-43F1-9F8F-4E699ABBBD89}" dt="2026-07-14T09:37:40.542" v="3446"/>
          <ac:graphicFrameMkLst>
            <pc:docMk/>
            <pc:sldMk cId="602393795" sldId="302"/>
            <ac:graphicFrameMk id="4" creationId="{70F6BD4D-A540-51A5-2664-5F81936D7A6A}"/>
          </ac:graphicFrameMkLst>
        </pc:graphicFrameChg>
        <pc:picChg chg="add del mod">
          <ac:chgData name="Ayush Mishra" userId="41986850fa8703fe" providerId="LiveId" clId="{F6E1A097-2A8B-43F1-9F8F-4E699ABBBD89}" dt="2026-07-14T09:53:52.261" v="3948" actId="478"/>
          <ac:picMkLst>
            <pc:docMk/>
            <pc:sldMk cId="602393795" sldId="302"/>
            <ac:picMk id="6" creationId="{CCFADC2F-1BFD-0EB2-AF18-9337271C0483}"/>
          </ac:picMkLst>
        </pc:picChg>
        <pc:picChg chg="add del mod">
          <ac:chgData name="Ayush Mishra" userId="41986850fa8703fe" providerId="LiveId" clId="{F6E1A097-2A8B-43F1-9F8F-4E699ABBBD89}" dt="2026-07-14T09:42:09.304" v="3452" actId="478"/>
          <ac:picMkLst>
            <pc:docMk/>
            <pc:sldMk cId="602393795" sldId="302"/>
            <ac:picMk id="8" creationId="{E3CC34CF-F648-C8AA-C5B9-7DFB1D7327D1}"/>
          </ac:picMkLst>
        </pc:picChg>
        <pc:picChg chg="add mod">
          <ac:chgData name="Ayush Mishra" userId="41986850fa8703fe" providerId="LiveId" clId="{F6E1A097-2A8B-43F1-9F8F-4E699ABBBD89}" dt="2026-07-14T09:53:15.321" v="3947" actId="1076"/>
          <ac:picMkLst>
            <pc:docMk/>
            <pc:sldMk cId="602393795" sldId="302"/>
            <ac:picMk id="10" creationId="{21EF3774-CE8C-1E9D-3C81-81C19BE06859}"/>
          </ac:picMkLst>
        </pc:picChg>
      </pc:sldChg>
      <pc:sldChg chg="addSp delSp modSp new mod">
        <pc:chgData name="Ayush Mishra" userId="41986850fa8703fe" providerId="LiveId" clId="{F6E1A097-2A8B-43F1-9F8F-4E699ABBBD89}" dt="2026-07-14T11:58:27.351" v="4558" actId="1076"/>
        <pc:sldMkLst>
          <pc:docMk/>
          <pc:sldMk cId="276120818" sldId="303"/>
        </pc:sldMkLst>
        <pc:spChg chg="mod">
          <ac:chgData name="Ayush Mishra" userId="41986850fa8703fe" providerId="LiveId" clId="{F6E1A097-2A8B-43F1-9F8F-4E699ABBBD89}" dt="2026-07-14T09:54:50.963" v="3988" actId="115"/>
          <ac:spMkLst>
            <pc:docMk/>
            <pc:sldMk cId="276120818" sldId="303"/>
            <ac:spMk id="2" creationId="{6BC88C60-C820-F472-22C5-D74B3C69CD13}"/>
          </ac:spMkLst>
        </pc:spChg>
        <pc:spChg chg="mod">
          <ac:chgData name="Ayush Mishra" userId="41986850fa8703fe" providerId="LiveId" clId="{F6E1A097-2A8B-43F1-9F8F-4E699ABBBD89}" dt="2026-07-14T11:46:52.694" v="4450" actId="255"/>
          <ac:spMkLst>
            <pc:docMk/>
            <pc:sldMk cId="276120818" sldId="303"/>
            <ac:spMk id="3" creationId="{5D068D28-CAEF-A156-6FC4-8534945CEE02}"/>
          </ac:spMkLst>
        </pc:spChg>
        <pc:spChg chg="mod">
          <ac:chgData name="Ayush Mishra" userId="41986850fa8703fe" providerId="LiveId" clId="{F6E1A097-2A8B-43F1-9F8F-4E699ABBBD89}" dt="2026-07-14T11:25:16.263" v="4099"/>
          <ac:spMkLst>
            <pc:docMk/>
            <pc:sldMk cId="276120818" sldId="303"/>
            <ac:spMk id="7" creationId="{5D9F439B-B9AB-2080-9D08-69EFD100E423}"/>
          </ac:spMkLst>
        </pc:spChg>
        <pc:spChg chg="mod">
          <ac:chgData name="Ayush Mishra" userId="41986850fa8703fe" providerId="LiveId" clId="{F6E1A097-2A8B-43F1-9F8F-4E699ABBBD89}" dt="2026-07-14T11:25:16.263" v="4099"/>
          <ac:spMkLst>
            <pc:docMk/>
            <pc:sldMk cId="276120818" sldId="303"/>
            <ac:spMk id="8" creationId="{C4D7E4D3-9EBE-F891-C3BB-D32A95AA15EF}"/>
          </ac:spMkLst>
        </pc:spChg>
        <pc:spChg chg="mod">
          <ac:chgData name="Ayush Mishra" userId="41986850fa8703fe" providerId="LiveId" clId="{F6E1A097-2A8B-43F1-9F8F-4E699ABBBD89}" dt="2026-07-14T11:25:16.263" v="4099"/>
          <ac:spMkLst>
            <pc:docMk/>
            <pc:sldMk cId="276120818" sldId="303"/>
            <ac:spMk id="9" creationId="{78565DE9-37B6-3049-265A-E34AE7DC113C}"/>
          </ac:spMkLst>
        </pc:spChg>
        <pc:spChg chg="mod">
          <ac:chgData name="Ayush Mishra" userId="41986850fa8703fe" providerId="LiveId" clId="{F6E1A097-2A8B-43F1-9F8F-4E699ABBBD89}" dt="2026-07-14T11:29:45.339" v="4161"/>
          <ac:spMkLst>
            <pc:docMk/>
            <pc:sldMk cId="276120818" sldId="303"/>
            <ac:spMk id="11" creationId="{19D32950-BBFF-6C1B-CC46-EBD99904DA24}"/>
          </ac:spMkLst>
        </pc:spChg>
        <pc:spChg chg="mod">
          <ac:chgData name="Ayush Mishra" userId="41986850fa8703fe" providerId="LiveId" clId="{F6E1A097-2A8B-43F1-9F8F-4E699ABBBD89}" dt="2026-07-14T11:29:45.339" v="4161"/>
          <ac:spMkLst>
            <pc:docMk/>
            <pc:sldMk cId="276120818" sldId="303"/>
            <ac:spMk id="12" creationId="{14B496A7-BD3D-DC9C-5A06-B5D2E63DAB65}"/>
          </ac:spMkLst>
        </pc:spChg>
        <pc:grpChg chg="add del mod">
          <ac:chgData name="Ayush Mishra" userId="41986850fa8703fe" providerId="LiveId" clId="{F6E1A097-2A8B-43F1-9F8F-4E699ABBBD89}" dt="2026-07-14T11:29:51.489" v="4163" actId="478"/>
          <ac:grpSpMkLst>
            <pc:docMk/>
            <pc:sldMk cId="276120818" sldId="303"/>
            <ac:grpSpMk id="6" creationId="{3B07D1EE-726D-3BA9-E39A-32BCBF0DC37F}"/>
          </ac:grpSpMkLst>
        </pc:grpChg>
        <pc:grpChg chg="add mod">
          <ac:chgData name="Ayush Mishra" userId="41986850fa8703fe" providerId="LiveId" clId="{F6E1A097-2A8B-43F1-9F8F-4E699ABBBD89}" dt="2026-07-14T11:58:27.351" v="4558" actId="1076"/>
          <ac:grpSpMkLst>
            <pc:docMk/>
            <pc:sldMk cId="276120818" sldId="303"/>
            <ac:grpSpMk id="10" creationId="{069BCB60-1F64-4EDF-4665-4B752F14B6F5}"/>
          </ac:grpSpMkLst>
        </pc:grpChg>
        <pc:picChg chg="add mod">
          <ac:chgData name="Ayush Mishra" userId="41986850fa8703fe" providerId="LiveId" clId="{F6E1A097-2A8B-43F1-9F8F-4E699ABBBD89}" dt="2026-07-14T11:29:05.182" v="4158" actId="1076"/>
          <ac:picMkLst>
            <pc:docMk/>
            <pc:sldMk cId="276120818" sldId="303"/>
            <ac:picMk id="5" creationId="{1F6575AE-EA16-BBA0-7DB7-6ACE9A58B67F}"/>
          </ac:picMkLst>
        </pc:picChg>
      </pc:sldChg>
      <pc:sldChg chg="addSp delSp modSp new mod">
        <pc:chgData name="Ayush Mishra" userId="41986850fa8703fe" providerId="LiveId" clId="{F6E1A097-2A8B-43F1-9F8F-4E699ABBBD89}" dt="2026-07-14T13:30:34.164" v="4668" actId="478"/>
        <pc:sldMkLst>
          <pc:docMk/>
          <pc:sldMk cId="3410445299" sldId="304"/>
        </pc:sldMkLst>
        <pc:spChg chg="del">
          <ac:chgData name="Ayush Mishra" userId="41986850fa8703fe" providerId="LiveId" clId="{F6E1A097-2A8B-43F1-9F8F-4E699ABBBD89}" dt="2026-07-14T11:30:21.217" v="4167" actId="478"/>
          <ac:spMkLst>
            <pc:docMk/>
            <pc:sldMk cId="3410445299" sldId="304"/>
            <ac:spMk id="2" creationId="{DAD6182C-4CE6-D554-C69C-1817201C78B6}"/>
          </ac:spMkLst>
        </pc:spChg>
        <pc:spChg chg="mod">
          <ac:chgData name="Ayush Mishra" userId="41986850fa8703fe" providerId="LiveId" clId="{F6E1A097-2A8B-43F1-9F8F-4E699ABBBD89}" dt="2026-07-14T12:06:56.252" v="4608" actId="20577"/>
          <ac:spMkLst>
            <pc:docMk/>
            <pc:sldMk cId="3410445299" sldId="304"/>
            <ac:spMk id="3" creationId="{45558CB3-90E6-0ACF-7218-7C313870B26F}"/>
          </ac:spMkLst>
        </pc:spChg>
        <pc:spChg chg="mod">
          <ac:chgData name="Ayush Mishra" userId="41986850fa8703fe" providerId="LiveId" clId="{F6E1A097-2A8B-43F1-9F8F-4E699ABBBD89}" dt="2026-07-14T11:56:23.804" v="4543"/>
          <ac:spMkLst>
            <pc:docMk/>
            <pc:sldMk cId="3410445299" sldId="304"/>
            <ac:spMk id="5" creationId="{A316748B-8D31-37CE-6C91-65CC7B087E8F}"/>
          </ac:spMkLst>
        </pc:spChg>
        <pc:spChg chg="mod">
          <ac:chgData name="Ayush Mishra" userId="41986850fa8703fe" providerId="LiveId" clId="{F6E1A097-2A8B-43F1-9F8F-4E699ABBBD89}" dt="2026-07-14T11:56:23.804" v="4543"/>
          <ac:spMkLst>
            <pc:docMk/>
            <pc:sldMk cId="3410445299" sldId="304"/>
            <ac:spMk id="6" creationId="{DA1314CE-E574-EA46-524C-3A874CFB8CB1}"/>
          </ac:spMkLst>
        </pc:spChg>
        <pc:spChg chg="mod">
          <ac:chgData name="Ayush Mishra" userId="41986850fa8703fe" providerId="LiveId" clId="{F6E1A097-2A8B-43F1-9F8F-4E699ABBBD89}" dt="2026-07-14T11:56:43.729" v="4545"/>
          <ac:spMkLst>
            <pc:docMk/>
            <pc:sldMk cId="3410445299" sldId="304"/>
            <ac:spMk id="8" creationId="{F274766C-42C5-0668-F01B-0044790788F8}"/>
          </ac:spMkLst>
        </pc:spChg>
        <pc:spChg chg="mod">
          <ac:chgData name="Ayush Mishra" userId="41986850fa8703fe" providerId="LiveId" clId="{F6E1A097-2A8B-43F1-9F8F-4E699ABBBD89}" dt="2026-07-14T11:56:43.729" v="4545"/>
          <ac:spMkLst>
            <pc:docMk/>
            <pc:sldMk cId="3410445299" sldId="304"/>
            <ac:spMk id="9" creationId="{7DBE5D0D-F652-AE86-EC8F-033365EB3E97}"/>
          </ac:spMkLst>
        </pc:spChg>
        <pc:spChg chg="mod">
          <ac:chgData name="Ayush Mishra" userId="41986850fa8703fe" providerId="LiveId" clId="{F6E1A097-2A8B-43F1-9F8F-4E699ABBBD89}" dt="2026-07-14T11:56:43.729" v="4545"/>
          <ac:spMkLst>
            <pc:docMk/>
            <pc:sldMk cId="3410445299" sldId="304"/>
            <ac:spMk id="10" creationId="{A4858996-1817-3A04-6573-0E9F2CB9875B}"/>
          </ac:spMkLst>
        </pc:spChg>
        <pc:spChg chg="mod">
          <ac:chgData name="Ayush Mishra" userId="41986850fa8703fe" providerId="LiveId" clId="{F6E1A097-2A8B-43F1-9F8F-4E699ABBBD89}" dt="2026-07-14T11:56:43.729" v="4545"/>
          <ac:spMkLst>
            <pc:docMk/>
            <pc:sldMk cId="3410445299" sldId="304"/>
            <ac:spMk id="11" creationId="{EB34A90D-3EE2-026C-7D52-946D654657FC}"/>
          </ac:spMkLst>
        </pc:spChg>
        <pc:spChg chg="add mod">
          <ac:chgData name="Ayush Mishra" userId="41986850fa8703fe" providerId="LiveId" clId="{F6E1A097-2A8B-43F1-9F8F-4E699ABBBD89}" dt="2026-07-14T11:57:28.916" v="4555" actId="1076"/>
          <ac:spMkLst>
            <pc:docMk/>
            <pc:sldMk cId="3410445299" sldId="304"/>
            <ac:spMk id="13" creationId="{2E3DC4D4-5FE7-003C-3700-AEF255435567}"/>
          </ac:spMkLst>
        </pc:spChg>
        <pc:grpChg chg="add del mod">
          <ac:chgData name="Ayush Mishra" userId="41986850fa8703fe" providerId="LiveId" clId="{F6E1A097-2A8B-43F1-9F8F-4E699ABBBD89}" dt="2026-07-14T11:57:24.064" v="4554" actId="478"/>
          <ac:grpSpMkLst>
            <pc:docMk/>
            <pc:sldMk cId="3410445299" sldId="304"/>
            <ac:grpSpMk id="4" creationId="{97982A8A-5332-1972-BD44-A45045761874}"/>
          </ac:grpSpMkLst>
        </pc:grpChg>
        <pc:grpChg chg="add mod">
          <ac:chgData name="Ayush Mishra" userId="41986850fa8703fe" providerId="LiveId" clId="{F6E1A097-2A8B-43F1-9F8F-4E699ABBBD89}" dt="2026-07-14T12:06:59.167" v="4609" actId="1076"/>
          <ac:grpSpMkLst>
            <pc:docMk/>
            <pc:sldMk cId="3410445299" sldId="304"/>
            <ac:grpSpMk id="7" creationId="{3FC6962C-3D4B-FD32-BE01-C9495CE3EBDC}"/>
          </ac:grpSpMkLst>
        </pc:grpChg>
        <pc:picChg chg="add del mod">
          <ac:chgData name="Ayush Mishra" userId="41986850fa8703fe" providerId="LiveId" clId="{F6E1A097-2A8B-43F1-9F8F-4E699ABBBD89}" dt="2026-07-14T13:30:34.164" v="4668" actId="478"/>
          <ac:picMkLst>
            <pc:docMk/>
            <pc:sldMk cId="3410445299" sldId="304"/>
            <ac:picMk id="15" creationId="{7F8509C6-26AE-64D1-A81B-B6A2F98E671F}"/>
          </ac:picMkLst>
        </pc:picChg>
      </pc:sldChg>
      <pc:sldChg chg="addSp delSp modSp new mod">
        <pc:chgData name="Ayush Mishra" userId="41986850fa8703fe" providerId="LiveId" clId="{F6E1A097-2A8B-43F1-9F8F-4E699ABBBD89}" dt="2026-07-14T12:00:05.083" v="4566" actId="1076"/>
        <pc:sldMkLst>
          <pc:docMk/>
          <pc:sldMk cId="4170899979" sldId="305"/>
        </pc:sldMkLst>
        <pc:spChg chg="del">
          <ac:chgData name="Ayush Mishra" userId="41986850fa8703fe" providerId="LiveId" clId="{F6E1A097-2A8B-43F1-9F8F-4E699ABBBD89}" dt="2026-07-14T11:43:11.545" v="4379" actId="478"/>
          <ac:spMkLst>
            <pc:docMk/>
            <pc:sldMk cId="4170899979" sldId="305"/>
            <ac:spMk id="2" creationId="{A86B22D5-B4FB-7B15-926E-969AECB57DC3}"/>
          </ac:spMkLst>
        </pc:spChg>
        <pc:spChg chg="del mod">
          <ac:chgData name="Ayush Mishra" userId="41986850fa8703fe" providerId="LiveId" clId="{F6E1A097-2A8B-43F1-9F8F-4E699ABBBD89}" dt="2026-07-14T11:44:33.666" v="4430" actId="478"/>
          <ac:spMkLst>
            <pc:docMk/>
            <pc:sldMk cId="4170899979" sldId="305"/>
            <ac:spMk id="3" creationId="{8CBDC1FD-3B38-5B46-ACDA-AC8274B591E3}"/>
          </ac:spMkLst>
        </pc:spChg>
        <pc:spChg chg="add del mod">
          <ac:chgData name="Ayush Mishra" userId="41986850fa8703fe" providerId="LiveId" clId="{F6E1A097-2A8B-43F1-9F8F-4E699ABBBD89}" dt="2026-07-14T11:44:35.951" v="4431" actId="478"/>
          <ac:spMkLst>
            <pc:docMk/>
            <pc:sldMk cId="4170899979" sldId="305"/>
            <ac:spMk id="5" creationId="{FB3C8A22-7FB3-0147-F712-EF15AEB09159}"/>
          </ac:spMkLst>
        </pc:spChg>
        <pc:spChg chg="add mod">
          <ac:chgData name="Ayush Mishra" userId="41986850fa8703fe" providerId="LiveId" clId="{F6E1A097-2A8B-43F1-9F8F-4E699ABBBD89}" dt="2026-07-14T11:59:53.366" v="4565" actId="14100"/>
          <ac:spMkLst>
            <pc:docMk/>
            <pc:sldMk cId="4170899979" sldId="305"/>
            <ac:spMk id="6" creationId="{6CD832CD-5E02-BFB7-1A61-EB2EF36F34BF}"/>
          </ac:spMkLst>
        </pc:spChg>
        <pc:spChg chg="mod">
          <ac:chgData name="Ayush Mishra" userId="41986850fa8703fe" providerId="LiveId" clId="{F6E1A097-2A8B-43F1-9F8F-4E699ABBBD89}" dt="2026-07-14T11:58:47.535" v="4559"/>
          <ac:spMkLst>
            <pc:docMk/>
            <pc:sldMk cId="4170899979" sldId="305"/>
            <ac:spMk id="8" creationId="{4962C46F-6255-B6D9-8050-ED844716F3E7}"/>
          </ac:spMkLst>
        </pc:spChg>
        <pc:spChg chg="mod">
          <ac:chgData name="Ayush Mishra" userId="41986850fa8703fe" providerId="LiveId" clId="{F6E1A097-2A8B-43F1-9F8F-4E699ABBBD89}" dt="2026-07-14T11:58:47.535" v="4559"/>
          <ac:spMkLst>
            <pc:docMk/>
            <pc:sldMk cId="4170899979" sldId="305"/>
            <ac:spMk id="9" creationId="{F3E20770-BDEB-6D50-7D16-744ACA23F916}"/>
          </ac:spMkLst>
        </pc:spChg>
        <pc:spChg chg="mod">
          <ac:chgData name="Ayush Mishra" userId="41986850fa8703fe" providerId="LiveId" clId="{F6E1A097-2A8B-43F1-9F8F-4E699ABBBD89}" dt="2026-07-14T11:58:47.535" v="4559"/>
          <ac:spMkLst>
            <pc:docMk/>
            <pc:sldMk cId="4170899979" sldId="305"/>
            <ac:spMk id="10" creationId="{BF0AF377-6E72-7CBA-BB55-7EE718370081}"/>
          </ac:spMkLst>
        </pc:spChg>
        <pc:spChg chg="mod">
          <ac:chgData name="Ayush Mishra" userId="41986850fa8703fe" providerId="LiveId" clId="{F6E1A097-2A8B-43F1-9F8F-4E699ABBBD89}" dt="2026-07-14T11:58:47.535" v="4559"/>
          <ac:spMkLst>
            <pc:docMk/>
            <pc:sldMk cId="4170899979" sldId="305"/>
            <ac:spMk id="11" creationId="{DE2F759B-AC31-3590-C81C-BB5DC37725B9}"/>
          </ac:spMkLst>
        </pc:spChg>
        <pc:spChg chg="mod">
          <ac:chgData name="Ayush Mishra" userId="41986850fa8703fe" providerId="LiveId" clId="{F6E1A097-2A8B-43F1-9F8F-4E699ABBBD89}" dt="2026-07-14T11:58:47.535" v="4559"/>
          <ac:spMkLst>
            <pc:docMk/>
            <pc:sldMk cId="4170899979" sldId="305"/>
            <ac:spMk id="12" creationId="{D3CBE6CC-AD40-B3D1-7501-DA0F5F4A7028}"/>
          </ac:spMkLst>
        </pc:spChg>
        <pc:spChg chg="mod">
          <ac:chgData name="Ayush Mishra" userId="41986850fa8703fe" providerId="LiveId" clId="{F6E1A097-2A8B-43F1-9F8F-4E699ABBBD89}" dt="2026-07-14T11:59:25.544" v="4562"/>
          <ac:spMkLst>
            <pc:docMk/>
            <pc:sldMk cId="4170899979" sldId="305"/>
            <ac:spMk id="16" creationId="{26AA6E16-174F-2110-54FF-691226E01AEB}"/>
          </ac:spMkLst>
        </pc:spChg>
        <pc:spChg chg="mod">
          <ac:chgData name="Ayush Mishra" userId="41986850fa8703fe" providerId="LiveId" clId="{F6E1A097-2A8B-43F1-9F8F-4E699ABBBD89}" dt="2026-07-14T11:59:25.544" v="4562"/>
          <ac:spMkLst>
            <pc:docMk/>
            <pc:sldMk cId="4170899979" sldId="305"/>
            <ac:spMk id="17" creationId="{401FC077-6454-9220-0B3E-B9307A1B17CB}"/>
          </ac:spMkLst>
        </pc:spChg>
        <pc:spChg chg="mod">
          <ac:chgData name="Ayush Mishra" userId="41986850fa8703fe" providerId="LiveId" clId="{F6E1A097-2A8B-43F1-9F8F-4E699ABBBD89}" dt="2026-07-14T11:59:25.544" v="4562"/>
          <ac:spMkLst>
            <pc:docMk/>
            <pc:sldMk cId="4170899979" sldId="305"/>
            <ac:spMk id="18" creationId="{5FBB8EDA-915C-00F7-E35E-4337E1BAD693}"/>
          </ac:spMkLst>
        </pc:spChg>
        <pc:spChg chg="mod">
          <ac:chgData name="Ayush Mishra" userId="41986850fa8703fe" providerId="LiveId" clId="{F6E1A097-2A8B-43F1-9F8F-4E699ABBBD89}" dt="2026-07-14T11:59:25.544" v="4562"/>
          <ac:spMkLst>
            <pc:docMk/>
            <pc:sldMk cId="4170899979" sldId="305"/>
            <ac:spMk id="19" creationId="{9CBEEDAC-9FC9-CDC1-717F-D3EB5C2F1E51}"/>
          </ac:spMkLst>
        </pc:spChg>
        <pc:spChg chg="mod">
          <ac:chgData name="Ayush Mishra" userId="41986850fa8703fe" providerId="LiveId" clId="{F6E1A097-2A8B-43F1-9F8F-4E699ABBBD89}" dt="2026-07-14T11:59:25.544" v="4562"/>
          <ac:spMkLst>
            <pc:docMk/>
            <pc:sldMk cId="4170899979" sldId="305"/>
            <ac:spMk id="20" creationId="{69DF8D4A-5CE3-7C5F-8733-0069B6BB2747}"/>
          </ac:spMkLst>
        </pc:spChg>
        <pc:spChg chg="mod">
          <ac:chgData name="Ayush Mishra" userId="41986850fa8703fe" providerId="LiveId" clId="{F6E1A097-2A8B-43F1-9F8F-4E699ABBBD89}" dt="2026-07-14T11:59:25.544" v="4562"/>
          <ac:spMkLst>
            <pc:docMk/>
            <pc:sldMk cId="4170899979" sldId="305"/>
            <ac:spMk id="21" creationId="{8108967C-43BD-87E8-450F-B2DC9429C5FA}"/>
          </ac:spMkLst>
        </pc:spChg>
        <pc:spChg chg="mod">
          <ac:chgData name="Ayush Mishra" userId="41986850fa8703fe" providerId="LiveId" clId="{F6E1A097-2A8B-43F1-9F8F-4E699ABBBD89}" dt="2026-07-14T11:59:25.544" v="4562"/>
          <ac:spMkLst>
            <pc:docMk/>
            <pc:sldMk cId="4170899979" sldId="305"/>
            <ac:spMk id="24" creationId="{9A0FDE3B-5125-4E9C-0B85-B1C3F1743194}"/>
          </ac:spMkLst>
        </pc:spChg>
        <pc:spChg chg="mod">
          <ac:chgData name="Ayush Mishra" userId="41986850fa8703fe" providerId="LiveId" clId="{F6E1A097-2A8B-43F1-9F8F-4E699ABBBD89}" dt="2026-07-14T11:59:25.544" v="4562"/>
          <ac:spMkLst>
            <pc:docMk/>
            <pc:sldMk cId="4170899979" sldId="305"/>
            <ac:spMk id="26" creationId="{5CABED78-1798-E61D-E3C4-D54714A397BE}"/>
          </ac:spMkLst>
        </pc:spChg>
        <pc:spChg chg="mod">
          <ac:chgData name="Ayush Mishra" userId="41986850fa8703fe" providerId="LiveId" clId="{F6E1A097-2A8B-43F1-9F8F-4E699ABBBD89}" dt="2026-07-14T11:59:25.544" v="4562"/>
          <ac:spMkLst>
            <pc:docMk/>
            <pc:sldMk cId="4170899979" sldId="305"/>
            <ac:spMk id="28" creationId="{CDBE30B8-2D56-5C4B-073C-C3920C86A08C}"/>
          </ac:spMkLst>
        </pc:spChg>
        <pc:spChg chg="mod">
          <ac:chgData name="Ayush Mishra" userId="41986850fa8703fe" providerId="LiveId" clId="{F6E1A097-2A8B-43F1-9F8F-4E699ABBBD89}" dt="2026-07-14T11:59:25.544" v="4562"/>
          <ac:spMkLst>
            <pc:docMk/>
            <pc:sldMk cId="4170899979" sldId="305"/>
            <ac:spMk id="31" creationId="{3AE05190-B118-1AF8-59F8-8C0A46102E13}"/>
          </ac:spMkLst>
        </pc:spChg>
        <pc:grpChg chg="add mod">
          <ac:chgData name="Ayush Mishra" userId="41986850fa8703fe" providerId="LiveId" clId="{F6E1A097-2A8B-43F1-9F8F-4E699ABBBD89}" dt="2026-07-14T11:58:57.450" v="4561" actId="1076"/>
          <ac:grpSpMkLst>
            <pc:docMk/>
            <pc:sldMk cId="4170899979" sldId="305"/>
            <ac:grpSpMk id="7" creationId="{2204AC5C-E48F-3B09-FE7E-7A07000EE608}"/>
          </ac:grpSpMkLst>
        </pc:grpChg>
        <pc:grpChg chg="mod">
          <ac:chgData name="Ayush Mishra" userId="41986850fa8703fe" providerId="LiveId" clId="{F6E1A097-2A8B-43F1-9F8F-4E699ABBBD89}" dt="2026-07-14T12:00:05.083" v="4566" actId="1076"/>
          <ac:grpSpMkLst>
            <pc:docMk/>
            <pc:sldMk cId="4170899979" sldId="305"/>
            <ac:grpSpMk id="13" creationId="{A7D785A2-6983-ACB6-D525-13A641AF140D}"/>
          </ac:grpSpMkLst>
        </pc:grpChg>
      </pc:sldChg>
      <pc:sldChg chg="addSp delSp modSp new del mod">
        <pc:chgData name="Ayush Mishra" userId="41986850fa8703fe" providerId="LiveId" clId="{F6E1A097-2A8B-43F1-9F8F-4E699ABBBD89}" dt="2026-07-14T13:28:15.565" v="4662" actId="47"/>
        <pc:sldMkLst>
          <pc:docMk/>
          <pc:sldMk cId="1572303511" sldId="306"/>
        </pc:sldMkLst>
        <pc:spChg chg="del mod">
          <ac:chgData name="Ayush Mishra" userId="41986850fa8703fe" providerId="LiveId" clId="{F6E1A097-2A8B-43F1-9F8F-4E699ABBBD89}" dt="2026-07-14T13:27:17.631" v="4649" actId="21"/>
          <ac:spMkLst>
            <pc:docMk/>
            <pc:sldMk cId="1572303511" sldId="306"/>
            <ac:spMk id="2" creationId="{55FDA8E0-BAF4-186D-C70F-4D86601FFA0C}"/>
          </ac:spMkLst>
        </pc:spChg>
        <pc:spChg chg="del mod">
          <ac:chgData name="Ayush Mishra" userId="41986850fa8703fe" providerId="LiveId" clId="{F6E1A097-2A8B-43F1-9F8F-4E699ABBBD89}" dt="2026-07-14T13:27:47.982" v="4657" actId="21"/>
          <ac:spMkLst>
            <pc:docMk/>
            <pc:sldMk cId="1572303511" sldId="306"/>
            <ac:spMk id="3" creationId="{72EB5E59-4035-B08E-0FB1-62B92E241F25}"/>
          </ac:spMkLst>
        </pc:spChg>
        <pc:spChg chg="mod">
          <ac:chgData name="Ayush Mishra" userId="41986850fa8703fe" providerId="LiveId" clId="{F6E1A097-2A8B-43F1-9F8F-4E699ABBBD89}" dt="2026-07-14T12:01:01.681" v="4567"/>
          <ac:spMkLst>
            <pc:docMk/>
            <pc:sldMk cId="1572303511" sldId="306"/>
            <ac:spMk id="5" creationId="{2AD460BD-4C27-78D2-E2A1-884B19CFBB65}"/>
          </ac:spMkLst>
        </pc:spChg>
        <pc:spChg chg="mod">
          <ac:chgData name="Ayush Mishra" userId="41986850fa8703fe" providerId="LiveId" clId="{F6E1A097-2A8B-43F1-9F8F-4E699ABBBD89}" dt="2026-07-14T12:01:01.681" v="4567"/>
          <ac:spMkLst>
            <pc:docMk/>
            <pc:sldMk cId="1572303511" sldId="306"/>
            <ac:spMk id="6" creationId="{AAF111BC-7A59-4AAE-E1A5-5361D44D4481}"/>
          </ac:spMkLst>
        </pc:spChg>
        <pc:spChg chg="mod">
          <ac:chgData name="Ayush Mishra" userId="41986850fa8703fe" providerId="LiveId" clId="{F6E1A097-2A8B-43F1-9F8F-4E699ABBBD89}" dt="2026-07-14T12:01:01.681" v="4567"/>
          <ac:spMkLst>
            <pc:docMk/>
            <pc:sldMk cId="1572303511" sldId="306"/>
            <ac:spMk id="7" creationId="{C7B77CC3-B149-C1C3-A79D-E13676EF77D9}"/>
          </ac:spMkLst>
        </pc:spChg>
        <pc:spChg chg="mod">
          <ac:chgData name="Ayush Mishra" userId="41986850fa8703fe" providerId="LiveId" clId="{F6E1A097-2A8B-43F1-9F8F-4E699ABBBD89}" dt="2026-07-14T12:01:01.681" v="4567"/>
          <ac:spMkLst>
            <pc:docMk/>
            <pc:sldMk cId="1572303511" sldId="306"/>
            <ac:spMk id="8" creationId="{F920CE91-9E3E-FE9A-6B11-F462D0209727}"/>
          </ac:spMkLst>
        </pc:spChg>
        <pc:spChg chg="add mod">
          <ac:chgData name="Ayush Mishra" userId="41986850fa8703fe" providerId="LiveId" clId="{F6E1A097-2A8B-43F1-9F8F-4E699ABBBD89}" dt="2026-07-14T13:27:17.631" v="4649" actId="21"/>
          <ac:spMkLst>
            <pc:docMk/>
            <pc:sldMk cId="1572303511" sldId="306"/>
            <ac:spMk id="12" creationId="{72681951-3EFC-C6B5-5FC9-A0F55CEF2CEE}"/>
          </ac:spMkLst>
        </pc:spChg>
        <pc:spChg chg="add mod">
          <ac:chgData name="Ayush Mishra" userId="41986850fa8703fe" providerId="LiveId" clId="{F6E1A097-2A8B-43F1-9F8F-4E699ABBBD89}" dt="2026-07-14T13:27:47.982" v="4657" actId="21"/>
          <ac:spMkLst>
            <pc:docMk/>
            <pc:sldMk cId="1572303511" sldId="306"/>
            <ac:spMk id="14" creationId="{72139CFD-EDCC-745B-F27A-3918D6C2B275}"/>
          </ac:spMkLst>
        </pc:spChg>
        <pc:grpChg chg="add del mod">
          <ac:chgData name="Ayush Mishra" userId="41986850fa8703fe" providerId="LiveId" clId="{F6E1A097-2A8B-43F1-9F8F-4E699ABBBD89}" dt="2026-07-14T13:28:04.476" v="4660" actId="21"/>
          <ac:grpSpMkLst>
            <pc:docMk/>
            <pc:sldMk cId="1572303511" sldId="306"/>
            <ac:grpSpMk id="4" creationId="{33C5A277-5EA4-5DB1-0753-D20E43B32D3F}"/>
          </ac:grpSpMkLst>
        </pc:grpChg>
        <pc:picChg chg="add del mod">
          <ac:chgData name="Ayush Mishra" userId="41986850fa8703fe" providerId="LiveId" clId="{F6E1A097-2A8B-43F1-9F8F-4E699ABBBD89}" dt="2026-07-14T13:27:34.368" v="4654" actId="21"/>
          <ac:picMkLst>
            <pc:docMk/>
            <pc:sldMk cId="1572303511" sldId="306"/>
            <ac:picMk id="10" creationId="{45A29D2F-B266-AF11-A96B-CFFC9CE7D7FF}"/>
          </ac:picMkLst>
        </pc:picChg>
      </pc:sldChg>
      <pc:sldChg chg="addSp modSp new del mod ord">
        <pc:chgData name="Ayush Mishra" userId="41986850fa8703fe" providerId="LiveId" clId="{F6E1A097-2A8B-43F1-9F8F-4E699ABBBD89}" dt="2026-07-14T12:04:18.429" v="4591" actId="47"/>
        <pc:sldMkLst>
          <pc:docMk/>
          <pc:sldMk cId="13315097" sldId="307"/>
        </pc:sldMkLst>
        <pc:spChg chg="add mod">
          <ac:chgData name="Ayush Mishra" userId="41986850fa8703fe" providerId="LiveId" clId="{F6E1A097-2A8B-43F1-9F8F-4E699ABBBD89}" dt="2026-07-14T12:02:25.891" v="4578" actId="207"/>
          <ac:spMkLst>
            <pc:docMk/>
            <pc:sldMk cId="13315097" sldId="307"/>
            <ac:spMk id="2" creationId="{D01DAC78-A725-D5EE-C9FE-8A442BD776F8}"/>
          </ac:spMkLst>
        </pc:spChg>
        <pc:spChg chg="add mod">
          <ac:chgData name="Ayush Mishra" userId="41986850fa8703fe" providerId="LiveId" clId="{F6E1A097-2A8B-43F1-9F8F-4E699ABBBD89}" dt="2026-07-14T12:03:19.823" v="4587" actId="14100"/>
          <ac:spMkLst>
            <pc:docMk/>
            <pc:sldMk cId="13315097" sldId="307"/>
            <ac:spMk id="3" creationId="{6A54C5A8-B9DE-0A22-FF14-EBF8EEF7F3B8}"/>
          </ac:spMkLst>
        </pc:spChg>
      </pc:sldChg>
      <pc:sldChg chg="new del">
        <pc:chgData name="Ayush Mishra" userId="41986850fa8703fe" providerId="LiveId" clId="{F6E1A097-2A8B-43F1-9F8F-4E699ABBBD89}" dt="2026-07-14T12:02:00.322" v="4575" actId="47"/>
        <pc:sldMkLst>
          <pc:docMk/>
          <pc:sldMk cId="2818089238" sldId="307"/>
        </pc:sldMkLst>
      </pc:sldChg>
      <pc:sldChg chg="addSp delSp modSp new del mod ord">
        <pc:chgData name="Ayush Mishra" userId="41986850fa8703fe" providerId="LiveId" clId="{F6E1A097-2A8B-43F1-9F8F-4E699ABBBD89}" dt="2026-07-14T13:30:53.428" v="4671" actId="47"/>
        <pc:sldMkLst>
          <pc:docMk/>
          <pc:sldMk cId="1110280488" sldId="308"/>
        </pc:sldMkLst>
        <pc:spChg chg="mod">
          <ac:chgData name="Ayush Mishra" userId="41986850fa8703fe" providerId="LiveId" clId="{F6E1A097-2A8B-43F1-9F8F-4E699ABBBD89}" dt="2026-07-14T12:10:22.674" v="4618"/>
          <ac:spMkLst>
            <pc:docMk/>
            <pc:sldMk cId="1110280488" sldId="308"/>
            <ac:spMk id="14" creationId="{674CDAD2-7DFC-0274-22BC-F77ED2EB01F9}"/>
          </ac:spMkLst>
        </pc:spChg>
        <pc:spChg chg="mod">
          <ac:chgData name="Ayush Mishra" userId="41986850fa8703fe" providerId="LiveId" clId="{F6E1A097-2A8B-43F1-9F8F-4E699ABBBD89}" dt="2026-07-14T12:10:22.674" v="4618"/>
          <ac:spMkLst>
            <pc:docMk/>
            <pc:sldMk cId="1110280488" sldId="308"/>
            <ac:spMk id="26" creationId="{A91F6420-7E97-5288-E538-78F8FE1B3533}"/>
          </ac:spMkLst>
        </pc:spChg>
        <pc:spChg chg="mod">
          <ac:chgData name="Ayush Mishra" userId="41986850fa8703fe" providerId="LiveId" clId="{F6E1A097-2A8B-43F1-9F8F-4E699ABBBD89}" dt="2026-07-14T12:10:22.674" v="4618"/>
          <ac:spMkLst>
            <pc:docMk/>
            <pc:sldMk cId="1110280488" sldId="308"/>
            <ac:spMk id="27" creationId="{A230CA02-6873-2EB1-662D-A25A59CFCCD5}"/>
          </ac:spMkLst>
        </pc:spChg>
        <pc:spChg chg="mod">
          <ac:chgData name="Ayush Mishra" userId="41986850fa8703fe" providerId="LiveId" clId="{F6E1A097-2A8B-43F1-9F8F-4E699ABBBD89}" dt="2026-07-14T12:10:22.674" v="4618"/>
          <ac:spMkLst>
            <pc:docMk/>
            <pc:sldMk cId="1110280488" sldId="308"/>
            <ac:spMk id="49" creationId="{D0671406-768A-D313-ABF4-839F010CCAE4}"/>
          </ac:spMkLst>
        </pc:spChg>
        <pc:spChg chg="mod">
          <ac:chgData name="Ayush Mishra" userId="41986850fa8703fe" providerId="LiveId" clId="{F6E1A097-2A8B-43F1-9F8F-4E699ABBBD89}" dt="2026-07-14T12:10:22.674" v="4618"/>
          <ac:spMkLst>
            <pc:docMk/>
            <pc:sldMk cId="1110280488" sldId="308"/>
            <ac:spMk id="56" creationId="{FFFADD93-D6DA-B706-9883-56D6585B0965}"/>
          </ac:spMkLst>
        </pc:spChg>
        <pc:spChg chg="mod">
          <ac:chgData name="Ayush Mishra" userId="41986850fa8703fe" providerId="LiveId" clId="{F6E1A097-2A8B-43F1-9F8F-4E699ABBBD89}" dt="2026-07-14T12:10:22.674" v="4618"/>
          <ac:spMkLst>
            <pc:docMk/>
            <pc:sldMk cId="1110280488" sldId="308"/>
            <ac:spMk id="63" creationId="{409A4503-55BB-084A-0254-92FBD6CCCBB2}"/>
          </ac:spMkLst>
        </pc:spChg>
        <pc:spChg chg="mod">
          <ac:chgData name="Ayush Mishra" userId="41986850fa8703fe" providerId="LiveId" clId="{F6E1A097-2A8B-43F1-9F8F-4E699ABBBD89}" dt="2026-07-14T12:10:22.674" v="4618"/>
          <ac:spMkLst>
            <pc:docMk/>
            <pc:sldMk cId="1110280488" sldId="308"/>
            <ac:spMk id="84" creationId="{0781B88A-9180-A1B4-0A56-400B4AA2B443}"/>
          </ac:spMkLst>
        </pc:spChg>
        <pc:spChg chg="mod">
          <ac:chgData name="Ayush Mishra" userId="41986850fa8703fe" providerId="LiveId" clId="{F6E1A097-2A8B-43F1-9F8F-4E699ABBBD89}" dt="2026-07-14T12:10:22.674" v="4618"/>
          <ac:spMkLst>
            <pc:docMk/>
            <pc:sldMk cId="1110280488" sldId="308"/>
            <ac:spMk id="94" creationId="{DFF4377B-F9FB-7CE1-5F70-9D26696D9D0F}"/>
          </ac:spMkLst>
        </pc:spChg>
        <pc:spChg chg="mod">
          <ac:chgData name="Ayush Mishra" userId="41986850fa8703fe" providerId="LiveId" clId="{F6E1A097-2A8B-43F1-9F8F-4E699ABBBD89}" dt="2026-07-14T12:10:22.674" v="4618"/>
          <ac:spMkLst>
            <pc:docMk/>
            <pc:sldMk cId="1110280488" sldId="308"/>
            <ac:spMk id="102" creationId="{DDEFC480-0AB9-495E-917B-8DF7BFA4801D}"/>
          </ac:spMkLst>
        </pc:spChg>
        <pc:spChg chg="mod">
          <ac:chgData name="Ayush Mishra" userId="41986850fa8703fe" providerId="LiveId" clId="{F6E1A097-2A8B-43F1-9F8F-4E699ABBBD89}" dt="2026-07-14T12:10:22.674" v="4618"/>
          <ac:spMkLst>
            <pc:docMk/>
            <pc:sldMk cId="1110280488" sldId="308"/>
            <ac:spMk id="105" creationId="{C18B7A3C-A422-2864-2A0C-A69841CD41CD}"/>
          </ac:spMkLst>
        </pc:spChg>
        <pc:grpChg chg="del mod">
          <ac:chgData name="Ayush Mishra" userId="41986850fa8703fe" providerId="LiveId" clId="{F6E1A097-2A8B-43F1-9F8F-4E699ABBBD89}" dt="2026-07-14T12:10:57.981" v="4626" actId="478"/>
          <ac:grpSpMkLst>
            <pc:docMk/>
            <pc:sldMk cId="1110280488" sldId="308"/>
            <ac:grpSpMk id="2" creationId="{A26D4D67-2674-64A9-E7D6-DFC4FE46C189}"/>
          </ac:grpSpMkLst>
        </pc:grpChg>
      </pc:sldChg>
      <pc:sldChg chg="new del">
        <pc:chgData name="Ayush Mishra" userId="41986850fa8703fe" providerId="LiveId" clId="{F6E1A097-2A8B-43F1-9F8F-4E699ABBBD89}" dt="2026-07-14T13:26:44.156" v="4646" actId="47"/>
        <pc:sldMkLst>
          <pc:docMk/>
          <pc:sldMk cId="5886491" sldId="309"/>
        </pc:sldMkLst>
      </pc:sldChg>
      <pc:sldChg chg="addSp delSp modSp new del mod">
        <pc:chgData name="Ayush Mishra" userId="41986850fa8703fe" providerId="LiveId" clId="{F6E1A097-2A8B-43F1-9F8F-4E699ABBBD89}" dt="2026-07-14T12:08:45.630" v="4617" actId="680"/>
        <pc:sldMkLst>
          <pc:docMk/>
          <pc:sldMk cId="578747581" sldId="309"/>
        </pc:sldMkLst>
        <pc:spChg chg="add del mod">
          <ac:chgData name="Ayush Mishra" userId="41986850fa8703fe" providerId="LiveId" clId="{F6E1A097-2A8B-43F1-9F8F-4E699ABBBD89}" dt="2026-07-14T12:08:43.378" v="4615" actId="22"/>
          <ac:spMkLst>
            <pc:docMk/>
            <pc:sldMk cId="578747581" sldId="309"/>
            <ac:spMk id="5" creationId="{2864DD2C-5FF5-9880-C569-DD240197419D}"/>
          </ac:spMkLst>
        </pc:spChg>
      </pc:sldChg>
      <pc:sldChg chg="addSp delSp modSp new add del mod">
        <pc:chgData name="Ayush Mishra" userId="41986850fa8703fe" providerId="LiveId" clId="{F6E1A097-2A8B-43F1-9F8F-4E699ABBBD89}" dt="2026-07-14T13:30:51.185" v="4670" actId="47"/>
        <pc:sldMkLst>
          <pc:docMk/>
          <pc:sldMk cId="1069240233" sldId="309"/>
        </pc:sldMkLst>
        <pc:spChg chg="del">
          <ac:chgData name="Ayush Mishra" userId="41986850fa8703fe" providerId="LiveId" clId="{F6E1A097-2A8B-43F1-9F8F-4E699ABBBD89}" dt="2026-07-14T13:27:21.485" v="4650"/>
          <ac:spMkLst>
            <pc:docMk/>
            <pc:sldMk cId="1069240233" sldId="309"/>
            <ac:spMk id="2" creationId="{A3D473B5-D033-4D44-8587-3829DBB7D601}"/>
          </ac:spMkLst>
        </pc:spChg>
        <pc:spChg chg="del">
          <ac:chgData name="Ayush Mishra" userId="41986850fa8703fe" providerId="LiveId" clId="{F6E1A097-2A8B-43F1-9F8F-4E699ABBBD89}" dt="2026-07-14T13:27:44.130" v="4656" actId="478"/>
          <ac:spMkLst>
            <pc:docMk/>
            <pc:sldMk cId="1069240233" sldId="309"/>
            <ac:spMk id="3" creationId="{6CE0DE36-13D9-976F-B6FC-173004547EEE}"/>
          </ac:spMkLst>
        </pc:spChg>
        <pc:spChg chg="del">
          <ac:chgData name="Ayush Mishra" userId="41986850fa8703fe" providerId="LiveId" clId="{F6E1A097-2A8B-43F1-9F8F-4E699ABBBD89}" dt="2026-07-14T13:27:04.030" v="4648" actId="478"/>
          <ac:spMkLst>
            <pc:docMk/>
            <pc:sldMk cId="1069240233" sldId="309"/>
            <ac:spMk id="4" creationId="{CB260270-170C-6F87-AC23-02C3F6616596}"/>
          </ac:spMkLst>
        </pc:spChg>
        <pc:spChg chg="add mod">
          <ac:chgData name="Ayush Mishra" userId="41986850fa8703fe" providerId="LiveId" clId="{F6E1A097-2A8B-43F1-9F8F-4E699ABBBD89}" dt="2026-07-14T13:28:39.604" v="4664" actId="1076"/>
          <ac:spMkLst>
            <pc:docMk/>
            <pc:sldMk cId="1069240233" sldId="309"/>
            <ac:spMk id="5" creationId="{55FDA8E0-BAF4-186D-C70F-4D86601FFA0C}"/>
          </ac:spMkLst>
        </pc:spChg>
        <pc:spChg chg="add mod">
          <ac:chgData name="Ayush Mishra" userId="41986850fa8703fe" providerId="LiveId" clId="{F6E1A097-2A8B-43F1-9F8F-4E699ABBBD89}" dt="2026-07-14T13:27:55.952" v="4659" actId="1076"/>
          <ac:spMkLst>
            <pc:docMk/>
            <pc:sldMk cId="1069240233" sldId="309"/>
            <ac:spMk id="8" creationId="{72EB5E59-4035-B08E-0FB1-62B92E241F25}"/>
          </ac:spMkLst>
        </pc:spChg>
        <pc:spChg chg="mod">
          <ac:chgData name="Ayush Mishra" userId="41986850fa8703fe" providerId="LiveId" clId="{F6E1A097-2A8B-43F1-9F8F-4E699ABBBD89}" dt="2026-07-14T13:28:07.646" v="4661"/>
          <ac:spMkLst>
            <pc:docMk/>
            <pc:sldMk cId="1069240233" sldId="309"/>
            <ac:spMk id="10" creationId="{2AD460BD-4C27-78D2-E2A1-884B19CFBB65}"/>
          </ac:spMkLst>
        </pc:spChg>
        <pc:spChg chg="mod">
          <ac:chgData name="Ayush Mishra" userId="41986850fa8703fe" providerId="LiveId" clId="{F6E1A097-2A8B-43F1-9F8F-4E699ABBBD89}" dt="2026-07-14T13:28:07.646" v="4661"/>
          <ac:spMkLst>
            <pc:docMk/>
            <pc:sldMk cId="1069240233" sldId="309"/>
            <ac:spMk id="11" creationId="{AAF111BC-7A59-4AAE-E1A5-5361D44D4481}"/>
          </ac:spMkLst>
        </pc:spChg>
        <pc:spChg chg="mod">
          <ac:chgData name="Ayush Mishra" userId="41986850fa8703fe" providerId="LiveId" clId="{F6E1A097-2A8B-43F1-9F8F-4E699ABBBD89}" dt="2026-07-14T13:28:07.646" v="4661"/>
          <ac:spMkLst>
            <pc:docMk/>
            <pc:sldMk cId="1069240233" sldId="309"/>
            <ac:spMk id="12" creationId="{C7B77CC3-B149-C1C3-A79D-E13676EF77D9}"/>
          </ac:spMkLst>
        </pc:spChg>
        <pc:spChg chg="mod">
          <ac:chgData name="Ayush Mishra" userId="41986850fa8703fe" providerId="LiveId" clId="{F6E1A097-2A8B-43F1-9F8F-4E699ABBBD89}" dt="2026-07-14T13:28:07.646" v="4661"/>
          <ac:spMkLst>
            <pc:docMk/>
            <pc:sldMk cId="1069240233" sldId="309"/>
            <ac:spMk id="13" creationId="{F920CE91-9E3E-FE9A-6B11-F462D0209727}"/>
          </ac:spMkLst>
        </pc:spChg>
        <pc:grpChg chg="add mod">
          <ac:chgData name="Ayush Mishra" userId="41986850fa8703fe" providerId="LiveId" clId="{F6E1A097-2A8B-43F1-9F8F-4E699ABBBD89}" dt="2026-07-14T13:28:07.646" v="4661"/>
          <ac:grpSpMkLst>
            <pc:docMk/>
            <pc:sldMk cId="1069240233" sldId="309"/>
            <ac:grpSpMk id="9" creationId="{33C5A277-5EA4-5DB1-0753-D20E43B32D3F}"/>
          </ac:grpSpMkLst>
        </pc:grpChg>
        <pc:picChg chg="add">
          <ac:chgData name="Ayush Mishra" userId="41986850fa8703fe" providerId="LiveId" clId="{F6E1A097-2A8B-43F1-9F8F-4E699ABBBD89}" dt="2026-07-14T13:27:36.937" v="4655" actId="22"/>
          <ac:picMkLst>
            <pc:docMk/>
            <pc:sldMk cId="1069240233" sldId="309"/>
            <ac:picMk id="7" creationId="{834EB450-1E77-6CD4-DDA4-DE14B2ACDC44}"/>
          </ac:picMkLst>
        </pc:picChg>
      </pc:sldChg>
      <pc:sldChg chg="new del">
        <pc:chgData name="Ayush Mishra" userId="41986850fa8703fe" providerId="LiveId" clId="{F6E1A097-2A8B-43F1-9F8F-4E699ABBBD89}" dt="2026-07-14T13:26:10.759" v="4642" actId="47"/>
        <pc:sldMkLst>
          <pc:docMk/>
          <pc:sldMk cId="2987259850" sldId="309"/>
        </pc:sldMkLst>
      </pc:sldChg>
      <pc:sldChg chg="new del">
        <pc:chgData name="Ayush Mishra" userId="41986850fa8703fe" providerId="LiveId" clId="{F6E1A097-2A8B-43F1-9F8F-4E699ABBBD89}" dt="2026-07-14T13:26:16.146" v="4644" actId="47"/>
        <pc:sldMkLst>
          <pc:docMk/>
          <pc:sldMk cId="4069066362" sldId="309"/>
        </pc:sldMkLst>
      </pc:sldChg>
      <pc:sldChg chg="new del">
        <pc:chgData name="Ayush Mishra" userId="41986850fa8703fe" providerId="LiveId" clId="{F6E1A097-2A8B-43F1-9F8F-4E699ABBBD89}" dt="2026-07-14T13:26:06.171" v="4641" actId="47"/>
        <pc:sldMkLst>
          <pc:docMk/>
          <pc:sldMk cId="450405094" sldId="310"/>
        </pc:sldMkLst>
      </pc:sldChg>
      <pc:sldMasterChg chg="addSldLayout delSldLayout">
        <pc:chgData name="Ayush Mishra" userId="41986850fa8703fe" providerId="LiveId" clId="{F6E1A097-2A8B-43F1-9F8F-4E699ABBBD89}" dt="2026-07-14T13:30:53.428" v="4671" actId="47"/>
        <pc:sldMasterMkLst>
          <pc:docMk/>
          <pc:sldMasterMk cId="0" sldId="2147483674"/>
        </pc:sldMasterMkLst>
        <pc:sldLayoutChg chg="del">
          <pc:chgData name="Ayush Mishra" userId="41986850fa8703fe" providerId="LiveId" clId="{F6E1A097-2A8B-43F1-9F8F-4E699ABBBD89}" dt="2026-07-14T13:26:44.156" v="4646" actId="47"/>
          <pc:sldLayoutMkLst>
            <pc:docMk/>
            <pc:sldMasterMk cId="0" sldId="2147483674"/>
            <pc:sldLayoutMk cId="0" sldId="2147483654"/>
          </pc:sldLayoutMkLst>
        </pc:sldLayoutChg>
        <pc:sldLayoutChg chg="del">
          <pc:chgData name="Ayush Mishra" userId="41986850fa8703fe" providerId="LiveId" clId="{F6E1A097-2A8B-43F1-9F8F-4E699ABBBD89}" dt="2026-07-14T13:30:53.428" v="4671" actId="47"/>
          <pc:sldLayoutMkLst>
            <pc:docMk/>
            <pc:sldMasterMk cId="0" sldId="2147483674"/>
            <pc:sldLayoutMk cId="0" sldId="2147483670"/>
          </pc:sldLayoutMkLst>
        </pc:sldLayoutChg>
        <pc:sldLayoutChg chg="del">
          <pc:chgData name="Ayush Mishra" userId="41986850fa8703fe" providerId="LiveId" clId="{F6E1A097-2A8B-43F1-9F8F-4E699ABBBD89}" dt="2026-07-14T12:04:18.429" v="4591" actId="47"/>
          <pc:sldLayoutMkLst>
            <pc:docMk/>
            <pc:sldMasterMk cId="0" sldId="2147483674"/>
            <pc:sldLayoutMk cId="0"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10fb8bc67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35" name="Google Shape;635;g10fb8bc67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75" name="Google Shape;675;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22504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01704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lt2"/>
            </a:gs>
            <a:gs pos="2000">
              <a:schemeClr val="lt2"/>
            </a:gs>
            <a:gs pos="24000">
              <a:schemeClr val="lt1"/>
            </a:gs>
            <a:gs pos="40000">
              <a:schemeClr val="lt1"/>
            </a:gs>
            <a:gs pos="76000">
              <a:schemeClr val="lt1"/>
            </a:gs>
            <a:gs pos="100000">
              <a:schemeClr val="accent1"/>
            </a:gs>
            <a:gs pos="100000">
              <a:schemeClr val="accent1"/>
            </a:gs>
          </a:gsLst>
          <a:lin ang="8099331"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19625" y="1688700"/>
            <a:ext cx="4354200" cy="1766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200"/>
              <a:buNone/>
              <a:defRPr sz="3500">
                <a:solidFill>
                  <a:schemeClr val="accent2"/>
                </a:solidFill>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5690775" y="2240250"/>
            <a:ext cx="2433600" cy="663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accent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8702200" y="1137350"/>
            <a:ext cx="182100" cy="185175"/>
          </a:xfrm>
          <a:custGeom>
            <a:avLst/>
            <a:gdLst/>
            <a:ahLst/>
            <a:cxnLst/>
            <a:rect l="l" t="t" r="r" b="b"/>
            <a:pathLst>
              <a:path w="7284" h="7407" extrusionOk="0">
                <a:moveTo>
                  <a:pt x="3704" y="1136"/>
                </a:moveTo>
                <a:cubicBezTo>
                  <a:pt x="5037" y="1136"/>
                  <a:pt x="6173" y="2271"/>
                  <a:pt x="6173" y="3703"/>
                </a:cubicBezTo>
                <a:cubicBezTo>
                  <a:pt x="6173" y="5061"/>
                  <a:pt x="5037" y="6296"/>
                  <a:pt x="3704" y="6296"/>
                </a:cubicBezTo>
                <a:cubicBezTo>
                  <a:pt x="2247" y="6296"/>
                  <a:pt x="1112" y="5061"/>
                  <a:pt x="1112" y="3703"/>
                </a:cubicBezTo>
                <a:cubicBezTo>
                  <a:pt x="1112" y="2271"/>
                  <a:pt x="2247" y="1136"/>
                  <a:pt x="3704" y="1136"/>
                </a:cubicBezTo>
                <a:close/>
                <a:moveTo>
                  <a:pt x="3704" y="0"/>
                </a:moveTo>
                <a:cubicBezTo>
                  <a:pt x="1630" y="0"/>
                  <a:pt x="1" y="1654"/>
                  <a:pt x="1" y="3703"/>
                </a:cubicBezTo>
                <a:cubicBezTo>
                  <a:pt x="1" y="5777"/>
                  <a:pt x="1630" y="7407"/>
                  <a:pt x="3704" y="7407"/>
                </a:cubicBezTo>
                <a:cubicBezTo>
                  <a:pt x="5654" y="7407"/>
                  <a:pt x="7284" y="5777"/>
                  <a:pt x="7284" y="3703"/>
                </a:cubicBezTo>
                <a:cubicBezTo>
                  <a:pt x="7284" y="1654"/>
                  <a:pt x="5654" y="0"/>
                  <a:pt x="3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8738000" y="494200"/>
            <a:ext cx="110500" cy="293825"/>
            <a:chOff x="7071400" y="4277725"/>
            <a:chExt cx="110500" cy="293825"/>
          </a:xfrm>
        </p:grpSpPr>
        <p:sp>
          <p:nvSpPr>
            <p:cNvPr id="13" name="Google Shape;13;p2"/>
            <p:cNvSpPr/>
            <p:nvPr/>
          </p:nvSpPr>
          <p:spPr>
            <a:xfrm>
              <a:off x="7071400" y="4277725"/>
              <a:ext cx="110500" cy="69775"/>
            </a:xfrm>
            <a:custGeom>
              <a:avLst/>
              <a:gdLst/>
              <a:ahLst/>
              <a:cxnLst/>
              <a:rect l="l" t="t" r="r" b="b"/>
              <a:pathLst>
                <a:path w="4420" h="2791" extrusionOk="0">
                  <a:moveTo>
                    <a:pt x="2210" y="0"/>
                  </a:moveTo>
                  <a:cubicBezTo>
                    <a:pt x="1976" y="0"/>
                    <a:pt x="1741" y="74"/>
                    <a:pt x="1531" y="222"/>
                  </a:cubicBezTo>
                  <a:lnTo>
                    <a:pt x="519" y="1259"/>
                  </a:lnTo>
                  <a:cubicBezTo>
                    <a:pt x="0" y="1877"/>
                    <a:pt x="420" y="2790"/>
                    <a:pt x="1235" y="2790"/>
                  </a:cubicBezTo>
                  <a:lnTo>
                    <a:pt x="3284" y="2790"/>
                  </a:lnTo>
                  <a:cubicBezTo>
                    <a:pt x="4000" y="2790"/>
                    <a:pt x="4420" y="1877"/>
                    <a:pt x="3901" y="1259"/>
                  </a:cubicBezTo>
                  <a:lnTo>
                    <a:pt x="2889" y="222"/>
                  </a:lnTo>
                  <a:cubicBezTo>
                    <a:pt x="2679" y="74"/>
                    <a:pt x="2445" y="0"/>
                    <a:pt x="2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071400" y="4499450"/>
              <a:ext cx="110500" cy="72100"/>
            </a:xfrm>
            <a:custGeom>
              <a:avLst/>
              <a:gdLst/>
              <a:ahLst/>
              <a:cxnLst/>
              <a:rect l="l" t="t" r="r" b="b"/>
              <a:pathLst>
                <a:path w="4420" h="2884" extrusionOk="0">
                  <a:moveTo>
                    <a:pt x="2210" y="1"/>
                  </a:moveTo>
                  <a:cubicBezTo>
                    <a:pt x="1976" y="1"/>
                    <a:pt x="1741" y="106"/>
                    <a:pt x="1531" y="315"/>
                  </a:cubicBezTo>
                  <a:lnTo>
                    <a:pt x="519" y="1328"/>
                  </a:lnTo>
                  <a:cubicBezTo>
                    <a:pt x="0" y="1846"/>
                    <a:pt x="420" y="2883"/>
                    <a:pt x="1235" y="2883"/>
                  </a:cubicBezTo>
                  <a:lnTo>
                    <a:pt x="3284" y="2883"/>
                  </a:lnTo>
                  <a:cubicBezTo>
                    <a:pt x="4000" y="2883"/>
                    <a:pt x="4420" y="1846"/>
                    <a:pt x="3901" y="1328"/>
                  </a:cubicBezTo>
                  <a:lnTo>
                    <a:pt x="2889" y="315"/>
                  </a:lnTo>
                  <a:cubicBezTo>
                    <a:pt x="2679" y="106"/>
                    <a:pt x="2445" y="1"/>
                    <a:pt x="22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15;p2"/>
          <p:cNvGrpSpPr/>
          <p:nvPr/>
        </p:nvGrpSpPr>
        <p:grpSpPr>
          <a:xfrm>
            <a:off x="511713" y="4810200"/>
            <a:ext cx="406775" cy="96675"/>
            <a:chOff x="4607450" y="576625"/>
            <a:chExt cx="406775" cy="96675"/>
          </a:xfrm>
        </p:grpSpPr>
        <p:sp>
          <p:nvSpPr>
            <p:cNvPr id="16" name="Google Shape;16;p2"/>
            <p:cNvSpPr/>
            <p:nvPr/>
          </p:nvSpPr>
          <p:spPr>
            <a:xfrm>
              <a:off x="4607450" y="576625"/>
              <a:ext cx="74700" cy="96675"/>
            </a:xfrm>
            <a:custGeom>
              <a:avLst/>
              <a:gdLst/>
              <a:ahLst/>
              <a:cxnLst/>
              <a:rect l="l" t="t" r="r" b="b"/>
              <a:pathLst>
                <a:path w="2988" h="3867" extrusionOk="0">
                  <a:moveTo>
                    <a:pt x="2023" y="1"/>
                  </a:moveTo>
                  <a:cubicBezTo>
                    <a:pt x="1814" y="1"/>
                    <a:pt x="1609" y="71"/>
                    <a:pt x="1457" y="232"/>
                  </a:cubicBezTo>
                  <a:lnTo>
                    <a:pt x="420" y="1269"/>
                  </a:lnTo>
                  <a:cubicBezTo>
                    <a:pt x="0" y="1688"/>
                    <a:pt x="0" y="2182"/>
                    <a:pt x="420" y="2602"/>
                  </a:cubicBezTo>
                  <a:lnTo>
                    <a:pt x="1457" y="3639"/>
                  </a:lnTo>
                  <a:cubicBezTo>
                    <a:pt x="1606" y="3796"/>
                    <a:pt x="1806" y="3867"/>
                    <a:pt x="2011" y="3867"/>
                  </a:cubicBezTo>
                  <a:cubicBezTo>
                    <a:pt x="2484" y="3867"/>
                    <a:pt x="2988" y="3491"/>
                    <a:pt x="2988" y="2923"/>
                  </a:cubicBezTo>
                  <a:lnTo>
                    <a:pt x="2988" y="849"/>
                  </a:lnTo>
                  <a:cubicBezTo>
                    <a:pt x="2988" y="354"/>
                    <a:pt x="2492" y="1"/>
                    <a:pt x="20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717925" y="576625"/>
              <a:ext cx="74700" cy="96675"/>
            </a:xfrm>
            <a:custGeom>
              <a:avLst/>
              <a:gdLst/>
              <a:ahLst/>
              <a:cxnLst/>
              <a:rect l="l" t="t" r="r" b="b"/>
              <a:pathLst>
                <a:path w="2988" h="3867" extrusionOk="0">
                  <a:moveTo>
                    <a:pt x="2035" y="1"/>
                  </a:moveTo>
                  <a:cubicBezTo>
                    <a:pt x="1825" y="1"/>
                    <a:pt x="1617" y="71"/>
                    <a:pt x="1457" y="232"/>
                  </a:cubicBezTo>
                  <a:lnTo>
                    <a:pt x="420" y="1269"/>
                  </a:lnTo>
                  <a:cubicBezTo>
                    <a:pt x="0" y="1688"/>
                    <a:pt x="0" y="2182"/>
                    <a:pt x="420" y="2602"/>
                  </a:cubicBezTo>
                  <a:lnTo>
                    <a:pt x="1457" y="3639"/>
                  </a:lnTo>
                  <a:cubicBezTo>
                    <a:pt x="1614" y="3796"/>
                    <a:pt x="1816" y="3867"/>
                    <a:pt x="2022" y="3867"/>
                  </a:cubicBezTo>
                  <a:cubicBezTo>
                    <a:pt x="2496" y="3867"/>
                    <a:pt x="2988" y="3491"/>
                    <a:pt x="2988" y="2923"/>
                  </a:cubicBezTo>
                  <a:lnTo>
                    <a:pt x="2988" y="849"/>
                  </a:lnTo>
                  <a:cubicBezTo>
                    <a:pt x="2988" y="354"/>
                    <a:pt x="2504" y="1"/>
                    <a:pt x="20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831500" y="576625"/>
              <a:ext cx="71625" cy="96675"/>
            </a:xfrm>
            <a:custGeom>
              <a:avLst/>
              <a:gdLst/>
              <a:ahLst/>
              <a:cxnLst/>
              <a:rect l="l" t="t" r="r" b="b"/>
              <a:pathLst>
                <a:path w="2865" h="3867" extrusionOk="0">
                  <a:moveTo>
                    <a:pt x="1955" y="1"/>
                  </a:moveTo>
                  <a:cubicBezTo>
                    <a:pt x="1743" y="1"/>
                    <a:pt x="1524" y="71"/>
                    <a:pt x="1333" y="232"/>
                  </a:cubicBezTo>
                  <a:lnTo>
                    <a:pt x="297" y="1269"/>
                  </a:lnTo>
                  <a:cubicBezTo>
                    <a:pt x="0" y="1688"/>
                    <a:pt x="0" y="2182"/>
                    <a:pt x="297" y="2602"/>
                  </a:cubicBezTo>
                  <a:lnTo>
                    <a:pt x="1333" y="3639"/>
                  </a:lnTo>
                  <a:cubicBezTo>
                    <a:pt x="1520" y="3796"/>
                    <a:pt x="1734" y="3867"/>
                    <a:pt x="1942" y="3867"/>
                  </a:cubicBezTo>
                  <a:cubicBezTo>
                    <a:pt x="2420" y="3867"/>
                    <a:pt x="2864" y="3491"/>
                    <a:pt x="2864" y="2923"/>
                  </a:cubicBezTo>
                  <a:lnTo>
                    <a:pt x="2864" y="849"/>
                  </a:lnTo>
                  <a:cubicBezTo>
                    <a:pt x="2864" y="354"/>
                    <a:pt x="2428" y="1"/>
                    <a:pt x="19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4941975" y="576625"/>
              <a:ext cx="72250" cy="96675"/>
            </a:xfrm>
            <a:custGeom>
              <a:avLst/>
              <a:gdLst/>
              <a:ahLst/>
              <a:cxnLst/>
              <a:rect l="l" t="t" r="r" b="b"/>
              <a:pathLst>
                <a:path w="2890" h="3867" extrusionOk="0">
                  <a:moveTo>
                    <a:pt x="1961" y="1"/>
                  </a:moveTo>
                  <a:cubicBezTo>
                    <a:pt x="1746" y="1"/>
                    <a:pt x="1524" y="71"/>
                    <a:pt x="1334" y="232"/>
                  </a:cubicBezTo>
                  <a:lnTo>
                    <a:pt x="297" y="1269"/>
                  </a:lnTo>
                  <a:cubicBezTo>
                    <a:pt x="1" y="1688"/>
                    <a:pt x="1" y="2182"/>
                    <a:pt x="297" y="2602"/>
                  </a:cubicBezTo>
                  <a:lnTo>
                    <a:pt x="1334" y="3639"/>
                  </a:lnTo>
                  <a:cubicBezTo>
                    <a:pt x="1521" y="3796"/>
                    <a:pt x="1737" y="3867"/>
                    <a:pt x="1948" y="3867"/>
                  </a:cubicBezTo>
                  <a:cubicBezTo>
                    <a:pt x="2433" y="3867"/>
                    <a:pt x="2889" y="3491"/>
                    <a:pt x="2889" y="2923"/>
                  </a:cubicBezTo>
                  <a:lnTo>
                    <a:pt x="2889" y="849"/>
                  </a:lnTo>
                  <a:cubicBezTo>
                    <a:pt x="2889" y="354"/>
                    <a:pt x="2441" y="1"/>
                    <a:pt x="19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20;p2"/>
          <p:cNvSpPr/>
          <p:nvPr/>
        </p:nvSpPr>
        <p:spPr>
          <a:xfrm>
            <a:off x="5698725" y="4543887"/>
            <a:ext cx="361957" cy="362981"/>
          </a:xfrm>
          <a:custGeom>
            <a:avLst/>
            <a:gdLst/>
            <a:ahLst/>
            <a:cxnLst/>
            <a:rect l="l" t="t" r="r" b="b"/>
            <a:pathLst>
              <a:path w="8839" h="8864" extrusionOk="0">
                <a:moveTo>
                  <a:pt x="4420" y="716"/>
                </a:moveTo>
                <a:cubicBezTo>
                  <a:pt x="6493" y="716"/>
                  <a:pt x="8123" y="2371"/>
                  <a:pt x="8123" y="4420"/>
                </a:cubicBezTo>
                <a:cubicBezTo>
                  <a:pt x="8123" y="6494"/>
                  <a:pt x="6493" y="8123"/>
                  <a:pt x="4420" y="8123"/>
                </a:cubicBezTo>
                <a:cubicBezTo>
                  <a:pt x="2370" y="8123"/>
                  <a:pt x="716" y="6494"/>
                  <a:pt x="716" y="4420"/>
                </a:cubicBezTo>
                <a:cubicBezTo>
                  <a:pt x="716" y="2371"/>
                  <a:pt x="2370" y="716"/>
                  <a:pt x="4420" y="716"/>
                </a:cubicBezTo>
                <a:close/>
                <a:moveTo>
                  <a:pt x="4420" y="1"/>
                </a:moveTo>
                <a:cubicBezTo>
                  <a:pt x="1951" y="1"/>
                  <a:pt x="0" y="1951"/>
                  <a:pt x="0" y="4420"/>
                </a:cubicBezTo>
                <a:cubicBezTo>
                  <a:pt x="0" y="6889"/>
                  <a:pt x="1951" y="8864"/>
                  <a:pt x="4420" y="8864"/>
                </a:cubicBezTo>
                <a:cubicBezTo>
                  <a:pt x="6888" y="8864"/>
                  <a:pt x="8839" y="6889"/>
                  <a:pt x="8839" y="4420"/>
                </a:cubicBezTo>
                <a:cubicBezTo>
                  <a:pt x="8839" y="1951"/>
                  <a:pt x="6888" y="1"/>
                  <a:pt x="44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5400000">
            <a:off x="6786125" y="-49375"/>
            <a:ext cx="182097" cy="905048"/>
          </a:xfrm>
          <a:custGeom>
            <a:avLst/>
            <a:gdLst/>
            <a:ahLst/>
            <a:cxnLst/>
            <a:rect l="l" t="t" r="r" b="b"/>
            <a:pathLst>
              <a:path w="4322" h="21481" extrusionOk="0">
                <a:moveTo>
                  <a:pt x="4000" y="1"/>
                </a:moveTo>
                <a:cubicBezTo>
                  <a:pt x="4000" y="1334"/>
                  <a:pt x="3087" y="1951"/>
                  <a:pt x="2050" y="2569"/>
                </a:cubicBezTo>
                <a:cubicBezTo>
                  <a:pt x="1013" y="3285"/>
                  <a:pt x="1" y="4001"/>
                  <a:pt x="1" y="5433"/>
                </a:cubicBezTo>
                <a:cubicBezTo>
                  <a:pt x="1" y="6790"/>
                  <a:pt x="1013" y="7506"/>
                  <a:pt x="2050" y="8222"/>
                </a:cubicBezTo>
                <a:cubicBezTo>
                  <a:pt x="3087" y="8840"/>
                  <a:pt x="4000" y="9457"/>
                  <a:pt x="4000" y="10790"/>
                </a:cubicBezTo>
                <a:cubicBezTo>
                  <a:pt x="4000" y="12024"/>
                  <a:pt x="3087" y="12642"/>
                  <a:pt x="2050" y="13259"/>
                </a:cubicBezTo>
                <a:cubicBezTo>
                  <a:pt x="1013" y="13975"/>
                  <a:pt x="1" y="14691"/>
                  <a:pt x="1" y="16147"/>
                </a:cubicBezTo>
                <a:cubicBezTo>
                  <a:pt x="1" y="17579"/>
                  <a:pt x="1013" y="18295"/>
                  <a:pt x="2050" y="18913"/>
                </a:cubicBezTo>
                <a:cubicBezTo>
                  <a:pt x="3087" y="19629"/>
                  <a:pt x="4000" y="20246"/>
                  <a:pt x="4000" y="21480"/>
                </a:cubicBezTo>
                <a:lnTo>
                  <a:pt x="4321" y="21480"/>
                </a:lnTo>
                <a:cubicBezTo>
                  <a:pt x="4321" y="20048"/>
                  <a:pt x="3284" y="19332"/>
                  <a:pt x="2248" y="18715"/>
                </a:cubicBezTo>
                <a:cubicBezTo>
                  <a:pt x="1235" y="17999"/>
                  <a:pt x="297" y="17382"/>
                  <a:pt x="297" y="16147"/>
                </a:cubicBezTo>
                <a:cubicBezTo>
                  <a:pt x="297" y="14913"/>
                  <a:pt x="1235" y="14296"/>
                  <a:pt x="2248" y="13580"/>
                </a:cubicBezTo>
                <a:cubicBezTo>
                  <a:pt x="3284" y="12839"/>
                  <a:pt x="4321" y="12222"/>
                  <a:pt x="4321" y="10790"/>
                </a:cubicBezTo>
                <a:cubicBezTo>
                  <a:pt x="4321" y="9358"/>
                  <a:pt x="3284" y="8642"/>
                  <a:pt x="2248" y="7901"/>
                </a:cubicBezTo>
                <a:cubicBezTo>
                  <a:pt x="1235" y="7284"/>
                  <a:pt x="297" y="6667"/>
                  <a:pt x="297" y="5433"/>
                </a:cubicBezTo>
                <a:cubicBezTo>
                  <a:pt x="297" y="4099"/>
                  <a:pt x="1235" y="3482"/>
                  <a:pt x="2248" y="2865"/>
                </a:cubicBezTo>
                <a:cubicBezTo>
                  <a:pt x="3284" y="2149"/>
                  <a:pt x="4321" y="1433"/>
                  <a:pt x="43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720000" y="387875"/>
            <a:ext cx="7704000" cy="51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None/>
              <a:defRPr/>
            </a:lvl1pPr>
            <a:lvl2pPr lvl="1" rtl="0">
              <a:lnSpc>
                <a:spcPct val="100000"/>
              </a:lnSpc>
              <a:spcBef>
                <a:spcPts val="0"/>
              </a:spcBef>
              <a:spcAft>
                <a:spcPts val="0"/>
              </a:spcAft>
              <a:buSzPts val="2400"/>
              <a:buNone/>
              <a:defRPr/>
            </a:lvl2pPr>
            <a:lvl3pPr lvl="2" rtl="0">
              <a:lnSpc>
                <a:spcPct val="100000"/>
              </a:lnSpc>
              <a:spcBef>
                <a:spcPts val="0"/>
              </a:spcBef>
              <a:spcAft>
                <a:spcPts val="0"/>
              </a:spcAft>
              <a:buSzPts val="2400"/>
              <a:buNone/>
              <a:defRPr/>
            </a:lvl3pPr>
            <a:lvl4pPr lvl="3" rtl="0">
              <a:lnSpc>
                <a:spcPct val="100000"/>
              </a:lnSpc>
              <a:spcBef>
                <a:spcPts val="0"/>
              </a:spcBef>
              <a:spcAft>
                <a:spcPts val="0"/>
              </a:spcAft>
              <a:buSzPts val="2400"/>
              <a:buNone/>
              <a:defRPr/>
            </a:lvl4pPr>
            <a:lvl5pPr lvl="4" rtl="0">
              <a:lnSpc>
                <a:spcPct val="100000"/>
              </a:lnSpc>
              <a:spcBef>
                <a:spcPts val="0"/>
              </a:spcBef>
              <a:spcAft>
                <a:spcPts val="0"/>
              </a:spcAft>
              <a:buSzPts val="2400"/>
              <a:buNone/>
              <a:defRPr/>
            </a:lvl5pPr>
            <a:lvl6pPr lvl="5" rtl="0">
              <a:lnSpc>
                <a:spcPct val="100000"/>
              </a:lnSpc>
              <a:spcBef>
                <a:spcPts val="0"/>
              </a:spcBef>
              <a:spcAft>
                <a:spcPts val="0"/>
              </a:spcAft>
              <a:buSzPts val="2400"/>
              <a:buNone/>
              <a:defRPr/>
            </a:lvl6pPr>
            <a:lvl7pPr lvl="6" rtl="0">
              <a:lnSpc>
                <a:spcPct val="100000"/>
              </a:lnSpc>
              <a:spcBef>
                <a:spcPts val="0"/>
              </a:spcBef>
              <a:spcAft>
                <a:spcPts val="0"/>
              </a:spcAft>
              <a:buSzPts val="2400"/>
              <a:buNone/>
              <a:defRPr/>
            </a:lvl7pPr>
            <a:lvl8pPr lvl="7" rtl="0">
              <a:lnSpc>
                <a:spcPct val="100000"/>
              </a:lnSpc>
              <a:spcBef>
                <a:spcPts val="0"/>
              </a:spcBef>
              <a:spcAft>
                <a:spcPts val="0"/>
              </a:spcAft>
              <a:buSzPts val="2400"/>
              <a:buNone/>
              <a:defRPr/>
            </a:lvl8pPr>
            <a:lvl9pPr lvl="8" rtl="0">
              <a:lnSpc>
                <a:spcPct val="100000"/>
              </a:lnSpc>
              <a:spcBef>
                <a:spcPts val="0"/>
              </a:spcBef>
              <a:spcAft>
                <a:spcPts val="0"/>
              </a:spcAft>
              <a:buSzPts val="2400"/>
              <a:buNone/>
              <a:defRPr/>
            </a:lvl9pPr>
          </a:lstStyle>
          <a:p>
            <a:endParaRPr/>
          </a:p>
        </p:txBody>
      </p:sp>
      <p:sp>
        <p:nvSpPr>
          <p:cNvPr id="28" name="Google Shape;28;p4"/>
          <p:cNvSpPr txBox="1">
            <a:spLocks noGrp="1"/>
          </p:cNvSpPr>
          <p:nvPr>
            <p:ph type="body" idx="1"/>
          </p:nvPr>
        </p:nvSpPr>
        <p:spPr>
          <a:xfrm>
            <a:off x="720000" y="1057225"/>
            <a:ext cx="7704000" cy="384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29" name="Google Shape;29;p4"/>
          <p:cNvSpPr/>
          <p:nvPr/>
        </p:nvSpPr>
        <p:spPr>
          <a:xfrm>
            <a:off x="263375" y="3848500"/>
            <a:ext cx="254300" cy="254950"/>
          </a:xfrm>
          <a:custGeom>
            <a:avLst/>
            <a:gdLst/>
            <a:ahLst/>
            <a:cxnLst/>
            <a:rect l="l" t="t" r="r" b="b"/>
            <a:pathLst>
              <a:path w="10172" h="10198" extrusionOk="0">
                <a:moveTo>
                  <a:pt x="5135" y="2988"/>
                </a:moveTo>
                <a:cubicBezTo>
                  <a:pt x="6271" y="2988"/>
                  <a:pt x="7209" y="3926"/>
                  <a:pt x="7209" y="5062"/>
                </a:cubicBezTo>
                <a:cubicBezTo>
                  <a:pt x="7209" y="6173"/>
                  <a:pt x="6271" y="7111"/>
                  <a:pt x="5135" y="7111"/>
                </a:cubicBezTo>
                <a:cubicBezTo>
                  <a:pt x="4000" y="7111"/>
                  <a:pt x="3086" y="6173"/>
                  <a:pt x="3086" y="5062"/>
                </a:cubicBezTo>
                <a:cubicBezTo>
                  <a:pt x="3086" y="3926"/>
                  <a:pt x="4000" y="2988"/>
                  <a:pt x="5135" y="2988"/>
                </a:cubicBezTo>
                <a:close/>
                <a:moveTo>
                  <a:pt x="5135" y="0"/>
                </a:moveTo>
                <a:cubicBezTo>
                  <a:pt x="2370" y="0"/>
                  <a:pt x="0" y="2272"/>
                  <a:pt x="0" y="5062"/>
                </a:cubicBezTo>
                <a:cubicBezTo>
                  <a:pt x="0" y="7827"/>
                  <a:pt x="2370" y="10197"/>
                  <a:pt x="5135" y="10197"/>
                </a:cubicBezTo>
                <a:cubicBezTo>
                  <a:pt x="7925" y="10197"/>
                  <a:pt x="10172" y="7827"/>
                  <a:pt x="10172" y="5062"/>
                </a:cubicBezTo>
                <a:cubicBezTo>
                  <a:pt x="10172" y="2272"/>
                  <a:pt x="7925" y="0"/>
                  <a:pt x="51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30;p4"/>
          <p:cNvGrpSpPr/>
          <p:nvPr/>
        </p:nvGrpSpPr>
        <p:grpSpPr>
          <a:xfrm rot="-5400000">
            <a:off x="8541275" y="486663"/>
            <a:ext cx="406775" cy="96675"/>
            <a:chOff x="4607450" y="576625"/>
            <a:chExt cx="406775" cy="96675"/>
          </a:xfrm>
        </p:grpSpPr>
        <p:sp>
          <p:nvSpPr>
            <p:cNvPr id="31" name="Google Shape;31;p4"/>
            <p:cNvSpPr/>
            <p:nvPr/>
          </p:nvSpPr>
          <p:spPr>
            <a:xfrm>
              <a:off x="4607450" y="576625"/>
              <a:ext cx="74700" cy="96675"/>
            </a:xfrm>
            <a:custGeom>
              <a:avLst/>
              <a:gdLst/>
              <a:ahLst/>
              <a:cxnLst/>
              <a:rect l="l" t="t" r="r" b="b"/>
              <a:pathLst>
                <a:path w="2988" h="3867" extrusionOk="0">
                  <a:moveTo>
                    <a:pt x="2023" y="1"/>
                  </a:moveTo>
                  <a:cubicBezTo>
                    <a:pt x="1814" y="1"/>
                    <a:pt x="1609" y="71"/>
                    <a:pt x="1457" y="232"/>
                  </a:cubicBezTo>
                  <a:lnTo>
                    <a:pt x="420" y="1269"/>
                  </a:lnTo>
                  <a:cubicBezTo>
                    <a:pt x="0" y="1688"/>
                    <a:pt x="0" y="2182"/>
                    <a:pt x="420" y="2602"/>
                  </a:cubicBezTo>
                  <a:lnTo>
                    <a:pt x="1457" y="3639"/>
                  </a:lnTo>
                  <a:cubicBezTo>
                    <a:pt x="1606" y="3796"/>
                    <a:pt x="1806" y="3867"/>
                    <a:pt x="2011" y="3867"/>
                  </a:cubicBezTo>
                  <a:cubicBezTo>
                    <a:pt x="2484" y="3867"/>
                    <a:pt x="2988" y="3491"/>
                    <a:pt x="2988" y="2923"/>
                  </a:cubicBezTo>
                  <a:lnTo>
                    <a:pt x="2988" y="849"/>
                  </a:lnTo>
                  <a:cubicBezTo>
                    <a:pt x="2988" y="354"/>
                    <a:pt x="2492" y="1"/>
                    <a:pt x="20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4717925" y="576625"/>
              <a:ext cx="74700" cy="96675"/>
            </a:xfrm>
            <a:custGeom>
              <a:avLst/>
              <a:gdLst/>
              <a:ahLst/>
              <a:cxnLst/>
              <a:rect l="l" t="t" r="r" b="b"/>
              <a:pathLst>
                <a:path w="2988" h="3867" extrusionOk="0">
                  <a:moveTo>
                    <a:pt x="2035" y="1"/>
                  </a:moveTo>
                  <a:cubicBezTo>
                    <a:pt x="1825" y="1"/>
                    <a:pt x="1617" y="71"/>
                    <a:pt x="1457" y="232"/>
                  </a:cubicBezTo>
                  <a:lnTo>
                    <a:pt x="420" y="1269"/>
                  </a:lnTo>
                  <a:cubicBezTo>
                    <a:pt x="0" y="1688"/>
                    <a:pt x="0" y="2182"/>
                    <a:pt x="420" y="2602"/>
                  </a:cubicBezTo>
                  <a:lnTo>
                    <a:pt x="1457" y="3639"/>
                  </a:lnTo>
                  <a:cubicBezTo>
                    <a:pt x="1614" y="3796"/>
                    <a:pt x="1816" y="3867"/>
                    <a:pt x="2022" y="3867"/>
                  </a:cubicBezTo>
                  <a:cubicBezTo>
                    <a:pt x="2496" y="3867"/>
                    <a:pt x="2988" y="3491"/>
                    <a:pt x="2988" y="2923"/>
                  </a:cubicBezTo>
                  <a:lnTo>
                    <a:pt x="2988" y="849"/>
                  </a:lnTo>
                  <a:cubicBezTo>
                    <a:pt x="2988" y="354"/>
                    <a:pt x="2504" y="1"/>
                    <a:pt x="20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4831500" y="576625"/>
              <a:ext cx="71625" cy="96675"/>
            </a:xfrm>
            <a:custGeom>
              <a:avLst/>
              <a:gdLst/>
              <a:ahLst/>
              <a:cxnLst/>
              <a:rect l="l" t="t" r="r" b="b"/>
              <a:pathLst>
                <a:path w="2865" h="3867" extrusionOk="0">
                  <a:moveTo>
                    <a:pt x="1955" y="1"/>
                  </a:moveTo>
                  <a:cubicBezTo>
                    <a:pt x="1743" y="1"/>
                    <a:pt x="1524" y="71"/>
                    <a:pt x="1333" y="232"/>
                  </a:cubicBezTo>
                  <a:lnTo>
                    <a:pt x="297" y="1269"/>
                  </a:lnTo>
                  <a:cubicBezTo>
                    <a:pt x="0" y="1688"/>
                    <a:pt x="0" y="2182"/>
                    <a:pt x="297" y="2602"/>
                  </a:cubicBezTo>
                  <a:lnTo>
                    <a:pt x="1333" y="3639"/>
                  </a:lnTo>
                  <a:cubicBezTo>
                    <a:pt x="1520" y="3796"/>
                    <a:pt x="1734" y="3867"/>
                    <a:pt x="1942" y="3867"/>
                  </a:cubicBezTo>
                  <a:cubicBezTo>
                    <a:pt x="2420" y="3867"/>
                    <a:pt x="2864" y="3491"/>
                    <a:pt x="2864" y="2923"/>
                  </a:cubicBezTo>
                  <a:lnTo>
                    <a:pt x="2864" y="849"/>
                  </a:lnTo>
                  <a:cubicBezTo>
                    <a:pt x="2864" y="354"/>
                    <a:pt x="2428" y="1"/>
                    <a:pt x="19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4941975" y="576625"/>
              <a:ext cx="72250" cy="96675"/>
            </a:xfrm>
            <a:custGeom>
              <a:avLst/>
              <a:gdLst/>
              <a:ahLst/>
              <a:cxnLst/>
              <a:rect l="l" t="t" r="r" b="b"/>
              <a:pathLst>
                <a:path w="2890" h="3867" extrusionOk="0">
                  <a:moveTo>
                    <a:pt x="1961" y="1"/>
                  </a:moveTo>
                  <a:cubicBezTo>
                    <a:pt x="1746" y="1"/>
                    <a:pt x="1524" y="71"/>
                    <a:pt x="1334" y="232"/>
                  </a:cubicBezTo>
                  <a:lnTo>
                    <a:pt x="297" y="1269"/>
                  </a:lnTo>
                  <a:cubicBezTo>
                    <a:pt x="1" y="1688"/>
                    <a:pt x="1" y="2182"/>
                    <a:pt x="297" y="2602"/>
                  </a:cubicBezTo>
                  <a:lnTo>
                    <a:pt x="1334" y="3639"/>
                  </a:lnTo>
                  <a:cubicBezTo>
                    <a:pt x="1521" y="3796"/>
                    <a:pt x="1737" y="3867"/>
                    <a:pt x="1948" y="3867"/>
                  </a:cubicBezTo>
                  <a:cubicBezTo>
                    <a:pt x="2433" y="3867"/>
                    <a:pt x="2889" y="3491"/>
                    <a:pt x="2889" y="2923"/>
                  </a:cubicBezTo>
                  <a:lnTo>
                    <a:pt x="2889" y="849"/>
                  </a:lnTo>
                  <a:cubicBezTo>
                    <a:pt x="2889" y="354"/>
                    <a:pt x="2441" y="1"/>
                    <a:pt x="19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p:nvPr/>
        </p:nvSpPr>
        <p:spPr>
          <a:xfrm>
            <a:off x="8653613" y="2362700"/>
            <a:ext cx="182100" cy="185175"/>
          </a:xfrm>
          <a:custGeom>
            <a:avLst/>
            <a:gdLst/>
            <a:ahLst/>
            <a:cxnLst/>
            <a:rect l="l" t="t" r="r" b="b"/>
            <a:pathLst>
              <a:path w="7284" h="7407" extrusionOk="0">
                <a:moveTo>
                  <a:pt x="3704" y="1136"/>
                </a:moveTo>
                <a:cubicBezTo>
                  <a:pt x="5037" y="1136"/>
                  <a:pt x="6173" y="2271"/>
                  <a:pt x="6173" y="3703"/>
                </a:cubicBezTo>
                <a:cubicBezTo>
                  <a:pt x="6173" y="5061"/>
                  <a:pt x="5037" y="6296"/>
                  <a:pt x="3704" y="6296"/>
                </a:cubicBezTo>
                <a:cubicBezTo>
                  <a:pt x="2247" y="6296"/>
                  <a:pt x="1112" y="5061"/>
                  <a:pt x="1112" y="3703"/>
                </a:cubicBezTo>
                <a:cubicBezTo>
                  <a:pt x="1112" y="2271"/>
                  <a:pt x="2247" y="1136"/>
                  <a:pt x="3704" y="1136"/>
                </a:cubicBezTo>
                <a:close/>
                <a:moveTo>
                  <a:pt x="3704" y="0"/>
                </a:moveTo>
                <a:cubicBezTo>
                  <a:pt x="1630" y="0"/>
                  <a:pt x="1" y="1654"/>
                  <a:pt x="1" y="3703"/>
                </a:cubicBezTo>
                <a:cubicBezTo>
                  <a:pt x="1" y="5777"/>
                  <a:pt x="1630" y="7407"/>
                  <a:pt x="3704" y="7407"/>
                </a:cubicBezTo>
                <a:cubicBezTo>
                  <a:pt x="5654" y="7407"/>
                  <a:pt x="7284" y="5777"/>
                  <a:pt x="7284" y="3703"/>
                </a:cubicBezTo>
                <a:cubicBezTo>
                  <a:pt x="7284" y="1654"/>
                  <a:pt x="5654" y="0"/>
                  <a:pt x="3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4"/>
          <p:cNvGrpSpPr/>
          <p:nvPr/>
        </p:nvGrpSpPr>
        <p:grpSpPr>
          <a:xfrm>
            <a:off x="-1253763" y="331617"/>
            <a:ext cx="1858387" cy="1858387"/>
            <a:chOff x="6183825" y="667575"/>
            <a:chExt cx="1185725" cy="1185725"/>
          </a:xfrm>
        </p:grpSpPr>
        <p:sp>
          <p:nvSpPr>
            <p:cNvPr id="37" name="Google Shape;37;p4"/>
            <p:cNvSpPr/>
            <p:nvPr/>
          </p:nvSpPr>
          <p:spPr>
            <a:xfrm>
              <a:off x="6183825" y="667575"/>
              <a:ext cx="1185725" cy="1185725"/>
            </a:xfrm>
            <a:custGeom>
              <a:avLst/>
              <a:gdLst/>
              <a:ahLst/>
              <a:cxnLst/>
              <a:rect l="l" t="t" r="r" b="b"/>
              <a:pathLst>
                <a:path w="47429" h="47429" extrusionOk="0">
                  <a:moveTo>
                    <a:pt x="23776" y="297"/>
                  </a:moveTo>
                  <a:cubicBezTo>
                    <a:pt x="36639" y="297"/>
                    <a:pt x="47132" y="10790"/>
                    <a:pt x="47132" y="23653"/>
                  </a:cubicBezTo>
                  <a:cubicBezTo>
                    <a:pt x="47132" y="36614"/>
                    <a:pt x="36639" y="47107"/>
                    <a:pt x="23776" y="47107"/>
                  </a:cubicBezTo>
                  <a:cubicBezTo>
                    <a:pt x="10815" y="47107"/>
                    <a:pt x="322" y="36614"/>
                    <a:pt x="322" y="23653"/>
                  </a:cubicBezTo>
                  <a:cubicBezTo>
                    <a:pt x="322" y="10790"/>
                    <a:pt x="10815" y="297"/>
                    <a:pt x="23776" y="297"/>
                  </a:cubicBezTo>
                  <a:close/>
                  <a:moveTo>
                    <a:pt x="23776" y="1"/>
                  </a:moveTo>
                  <a:cubicBezTo>
                    <a:pt x="10617" y="1"/>
                    <a:pt x="1" y="10592"/>
                    <a:pt x="1" y="23653"/>
                  </a:cubicBezTo>
                  <a:cubicBezTo>
                    <a:pt x="1" y="36812"/>
                    <a:pt x="10617" y="47428"/>
                    <a:pt x="23776" y="47428"/>
                  </a:cubicBezTo>
                  <a:cubicBezTo>
                    <a:pt x="36837" y="47428"/>
                    <a:pt x="47428" y="36812"/>
                    <a:pt x="47428" y="23653"/>
                  </a:cubicBezTo>
                  <a:cubicBezTo>
                    <a:pt x="47428" y="10592"/>
                    <a:pt x="36837" y="1"/>
                    <a:pt x="237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6286900" y="770050"/>
              <a:ext cx="980175" cy="980175"/>
            </a:xfrm>
            <a:custGeom>
              <a:avLst/>
              <a:gdLst/>
              <a:ahLst/>
              <a:cxnLst/>
              <a:rect l="l" t="t" r="r" b="b"/>
              <a:pathLst>
                <a:path w="39207" h="39207" extrusionOk="0">
                  <a:moveTo>
                    <a:pt x="19653" y="321"/>
                  </a:moveTo>
                  <a:cubicBezTo>
                    <a:pt x="30245" y="321"/>
                    <a:pt x="38886" y="8962"/>
                    <a:pt x="38886" y="19554"/>
                  </a:cubicBezTo>
                  <a:cubicBezTo>
                    <a:pt x="38886" y="30244"/>
                    <a:pt x="30245" y="38885"/>
                    <a:pt x="19653" y="38885"/>
                  </a:cubicBezTo>
                  <a:cubicBezTo>
                    <a:pt x="8963" y="38885"/>
                    <a:pt x="322" y="30244"/>
                    <a:pt x="322" y="19554"/>
                  </a:cubicBezTo>
                  <a:cubicBezTo>
                    <a:pt x="322" y="8962"/>
                    <a:pt x="8963" y="321"/>
                    <a:pt x="19653" y="321"/>
                  </a:cubicBezTo>
                  <a:close/>
                  <a:moveTo>
                    <a:pt x="19653" y="0"/>
                  </a:moveTo>
                  <a:cubicBezTo>
                    <a:pt x="8839" y="0"/>
                    <a:pt x="1" y="8863"/>
                    <a:pt x="1" y="19554"/>
                  </a:cubicBezTo>
                  <a:cubicBezTo>
                    <a:pt x="1" y="30367"/>
                    <a:pt x="8839" y="39206"/>
                    <a:pt x="19653" y="39206"/>
                  </a:cubicBezTo>
                  <a:cubicBezTo>
                    <a:pt x="30344" y="39206"/>
                    <a:pt x="39207" y="30367"/>
                    <a:pt x="39207" y="19554"/>
                  </a:cubicBezTo>
                  <a:cubicBezTo>
                    <a:pt x="39207" y="8863"/>
                    <a:pt x="30344" y="0"/>
                    <a:pt x="196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6389975" y="873125"/>
              <a:ext cx="774025" cy="774025"/>
            </a:xfrm>
            <a:custGeom>
              <a:avLst/>
              <a:gdLst/>
              <a:ahLst/>
              <a:cxnLst/>
              <a:rect l="l" t="t" r="r" b="b"/>
              <a:pathLst>
                <a:path w="30961" h="30961" extrusionOk="0">
                  <a:moveTo>
                    <a:pt x="15530" y="321"/>
                  </a:moveTo>
                  <a:cubicBezTo>
                    <a:pt x="23850" y="321"/>
                    <a:pt x="30640" y="7111"/>
                    <a:pt x="30640" y="15431"/>
                  </a:cubicBezTo>
                  <a:cubicBezTo>
                    <a:pt x="30640" y="23874"/>
                    <a:pt x="23850" y="30664"/>
                    <a:pt x="15530" y="30664"/>
                  </a:cubicBezTo>
                  <a:cubicBezTo>
                    <a:pt x="7087" y="30664"/>
                    <a:pt x="297" y="23874"/>
                    <a:pt x="297" y="15431"/>
                  </a:cubicBezTo>
                  <a:cubicBezTo>
                    <a:pt x="297" y="7111"/>
                    <a:pt x="7087" y="321"/>
                    <a:pt x="15530" y="321"/>
                  </a:cubicBezTo>
                  <a:close/>
                  <a:moveTo>
                    <a:pt x="15530" y="0"/>
                  </a:moveTo>
                  <a:cubicBezTo>
                    <a:pt x="6988" y="0"/>
                    <a:pt x="1" y="6987"/>
                    <a:pt x="1" y="15431"/>
                  </a:cubicBezTo>
                  <a:cubicBezTo>
                    <a:pt x="1" y="23973"/>
                    <a:pt x="6988" y="30960"/>
                    <a:pt x="15530" y="30960"/>
                  </a:cubicBezTo>
                  <a:cubicBezTo>
                    <a:pt x="23974" y="30960"/>
                    <a:pt x="30961" y="23973"/>
                    <a:pt x="30961" y="15431"/>
                  </a:cubicBezTo>
                  <a:cubicBezTo>
                    <a:pt x="30961" y="6987"/>
                    <a:pt x="23974" y="0"/>
                    <a:pt x="155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6495525" y="978650"/>
              <a:ext cx="562925" cy="562950"/>
            </a:xfrm>
            <a:custGeom>
              <a:avLst/>
              <a:gdLst/>
              <a:ahLst/>
              <a:cxnLst/>
              <a:rect l="l" t="t" r="r" b="b"/>
              <a:pathLst>
                <a:path w="22517" h="22518" extrusionOk="0">
                  <a:moveTo>
                    <a:pt x="11308" y="198"/>
                  </a:moveTo>
                  <a:cubicBezTo>
                    <a:pt x="17382" y="198"/>
                    <a:pt x="22319" y="5136"/>
                    <a:pt x="22319" y="11210"/>
                  </a:cubicBezTo>
                  <a:cubicBezTo>
                    <a:pt x="22319" y="17382"/>
                    <a:pt x="17382" y="22320"/>
                    <a:pt x="11308" y="22320"/>
                  </a:cubicBezTo>
                  <a:cubicBezTo>
                    <a:pt x="5235" y="22320"/>
                    <a:pt x="297" y="17382"/>
                    <a:pt x="297" y="11210"/>
                  </a:cubicBezTo>
                  <a:cubicBezTo>
                    <a:pt x="297" y="5136"/>
                    <a:pt x="5235" y="198"/>
                    <a:pt x="11308" y="198"/>
                  </a:cubicBezTo>
                  <a:close/>
                  <a:moveTo>
                    <a:pt x="11308" y="1"/>
                  </a:moveTo>
                  <a:cubicBezTo>
                    <a:pt x="5037" y="1"/>
                    <a:pt x="1" y="5037"/>
                    <a:pt x="1" y="11210"/>
                  </a:cubicBezTo>
                  <a:cubicBezTo>
                    <a:pt x="1" y="17481"/>
                    <a:pt x="5037" y="22517"/>
                    <a:pt x="11308" y="22517"/>
                  </a:cubicBezTo>
                  <a:cubicBezTo>
                    <a:pt x="17480" y="22517"/>
                    <a:pt x="22517" y="17481"/>
                    <a:pt x="22517" y="11210"/>
                  </a:cubicBezTo>
                  <a:cubicBezTo>
                    <a:pt x="22517" y="5037"/>
                    <a:pt x="17480" y="1"/>
                    <a:pt x="113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6598000" y="1081725"/>
              <a:ext cx="357375" cy="357400"/>
            </a:xfrm>
            <a:custGeom>
              <a:avLst/>
              <a:gdLst/>
              <a:ahLst/>
              <a:cxnLst/>
              <a:rect l="l" t="t" r="r" b="b"/>
              <a:pathLst>
                <a:path w="14295" h="14296" extrusionOk="0">
                  <a:moveTo>
                    <a:pt x="7209" y="297"/>
                  </a:moveTo>
                  <a:cubicBezTo>
                    <a:pt x="10913" y="297"/>
                    <a:pt x="13999" y="3383"/>
                    <a:pt x="13999" y="7087"/>
                  </a:cubicBezTo>
                  <a:cubicBezTo>
                    <a:pt x="13999" y="10889"/>
                    <a:pt x="10913" y="13975"/>
                    <a:pt x="7209" y="13975"/>
                  </a:cubicBezTo>
                  <a:cubicBezTo>
                    <a:pt x="3407" y="13975"/>
                    <a:pt x="321" y="10889"/>
                    <a:pt x="321" y="7087"/>
                  </a:cubicBezTo>
                  <a:cubicBezTo>
                    <a:pt x="321" y="3383"/>
                    <a:pt x="3407" y="297"/>
                    <a:pt x="7209" y="297"/>
                  </a:cubicBezTo>
                  <a:close/>
                  <a:moveTo>
                    <a:pt x="7209" y="1"/>
                  </a:moveTo>
                  <a:cubicBezTo>
                    <a:pt x="3185" y="1"/>
                    <a:pt x="0" y="3186"/>
                    <a:pt x="0" y="7087"/>
                  </a:cubicBezTo>
                  <a:cubicBezTo>
                    <a:pt x="0" y="11111"/>
                    <a:pt x="3185" y="14296"/>
                    <a:pt x="7209" y="14296"/>
                  </a:cubicBezTo>
                  <a:cubicBezTo>
                    <a:pt x="11110" y="14296"/>
                    <a:pt x="14295" y="11111"/>
                    <a:pt x="14295" y="7087"/>
                  </a:cubicBezTo>
                  <a:cubicBezTo>
                    <a:pt x="14295" y="3186"/>
                    <a:pt x="11110" y="1"/>
                    <a:pt x="72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6701075" y="1184200"/>
              <a:ext cx="151850" cy="151850"/>
            </a:xfrm>
            <a:custGeom>
              <a:avLst/>
              <a:gdLst/>
              <a:ahLst/>
              <a:cxnLst/>
              <a:rect l="l" t="t" r="r" b="b"/>
              <a:pathLst>
                <a:path w="6074" h="6074" extrusionOk="0">
                  <a:moveTo>
                    <a:pt x="3086" y="321"/>
                  </a:moveTo>
                  <a:cubicBezTo>
                    <a:pt x="4518" y="321"/>
                    <a:pt x="5753" y="1556"/>
                    <a:pt x="5753" y="2988"/>
                  </a:cubicBezTo>
                  <a:cubicBezTo>
                    <a:pt x="5753" y="4543"/>
                    <a:pt x="4518" y="5778"/>
                    <a:pt x="3086" y="5778"/>
                  </a:cubicBezTo>
                  <a:cubicBezTo>
                    <a:pt x="1531" y="5778"/>
                    <a:pt x="296" y="4543"/>
                    <a:pt x="296" y="2988"/>
                  </a:cubicBezTo>
                  <a:cubicBezTo>
                    <a:pt x="296" y="1556"/>
                    <a:pt x="1531" y="321"/>
                    <a:pt x="3086" y="321"/>
                  </a:cubicBezTo>
                  <a:close/>
                  <a:moveTo>
                    <a:pt x="3086" y="0"/>
                  </a:moveTo>
                  <a:cubicBezTo>
                    <a:pt x="1333" y="0"/>
                    <a:pt x="0" y="1334"/>
                    <a:pt x="0" y="2988"/>
                  </a:cubicBezTo>
                  <a:cubicBezTo>
                    <a:pt x="0" y="4741"/>
                    <a:pt x="1333" y="6074"/>
                    <a:pt x="3086" y="6074"/>
                  </a:cubicBezTo>
                  <a:cubicBezTo>
                    <a:pt x="4740" y="6074"/>
                    <a:pt x="6074" y="4741"/>
                    <a:pt x="6074" y="2988"/>
                  </a:cubicBezTo>
                  <a:cubicBezTo>
                    <a:pt x="6074" y="1334"/>
                    <a:pt x="4740" y="0"/>
                    <a:pt x="30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7"/>
          <p:cNvSpPr txBox="1">
            <a:spLocks noGrp="1"/>
          </p:cNvSpPr>
          <p:nvPr>
            <p:ph type="title"/>
          </p:nvPr>
        </p:nvSpPr>
        <p:spPr>
          <a:xfrm>
            <a:off x="720000" y="849688"/>
            <a:ext cx="4292100" cy="1259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a:lvl1pPr>
            <a:lvl2pPr lvl="1" rtl="0">
              <a:lnSpc>
                <a:spcPct val="100000"/>
              </a:lnSpc>
              <a:spcBef>
                <a:spcPts val="0"/>
              </a:spcBef>
              <a:spcAft>
                <a:spcPts val="0"/>
              </a:spcAft>
              <a:buSzPts val="2400"/>
              <a:buNone/>
              <a:defRPr/>
            </a:lvl2pPr>
            <a:lvl3pPr lvl="2" rtl="0">
              <a:lnSpc>
                <a:spcPct val="100000"/>
              </a:lnSpc>
              <a:spcBef>
                <a:spcPts val="0"/>
              </a:spcBef>
              <a:spcAft>
                <a:spcPts val="0"/>
              </a:spcAft>
              <a:buSzPts val="2400"/>
              <a:buNone/>
              <a:defRPr/>
            </a:lvl3pPr>
            <a:lvl4pPr lvl="3" rtl="0">
              <a:lnSpc>
                <a:spcPct val="100000"/>
              </a:lnSpc>
              <a:spcBef>
                <a:spcPts val="0"/>
              </a:spcBef>
              <a:spcAft>
                <a:spcPts val="0"/>
              </a:spcAft>
              <a:buSzPts val="2400"/>
              <a:buNone/>
              <a:defRPr/>
            </a:lvl4pPr>
            <a:lvl5pPr lvl="4" rtl="0">
              <a:lnSpc>
                <a:spcPct val="100000"/>
              </a:lnSpc>
              <a:spcBef>
                <a:spcPts val="0"/>
              </a:spcBef>
              <a:spcAft>
                <a:spcPts val="0"/>
              </a:spcAft>
              <a:buSzPts val="2400"/>
              <a:buNone/>
              <a:defRPr/>
            </a:lvl5pPr>
            <a:lvl6pPr lvl="5" rtl="0">
              <a:lnSpc>
                <a:spcPct val="100000"/>
              </a:lnSpc>
              <a:spcBef>
                <a:spcPts val="0"/>
              </a:spcBef>
              <a:spcAft>
                <a:spcPts val="0"/>
              </a:spcAft>
              <a:buSzPts val="2400"/>
              <a:buNone/>
              <a:defRPr/>
            </a:lvl6pPr>
            <a:lvl7pPr lvl="6" rtl="0">
              <a:lnSpc>
                <a:spcPct val="100000"/>
              </a:lnSpc>
              <a:spcBef>
                <a:spcPts val="0"/>
              </a:spcBef>
              <a:spcAft>
                <a:spcPts val="0"/>
              </a:spcAft>
              <a:buSzPts val="2400"/>
              <a:buNone/>
              <a:defRPr/>
            </a:lvl7pPr>
            <a:lvl8pPr lvl="7" rtl="0">
              <a:lnSpc>
                <a:spcPct val="100000"/>
              </a:lnSpc>
              <a:spcBef>
                <a:spcPts val="0"/>
              </a:spcBef>
              <a:spcAft>
                <a:spcPts val="0"/>
              </a:spcAft>
              <a:buSzPts val="2400"/>
              <a:buNone/>
              <a:defRPr/>
            </a:lvl8pPr>
            <a:lvl9pPr lvl="8" rtl="0">
              <a:lnSpc>
                <a:spcPct val="100000"/>
              </a:lnSpc>
              <a:spcBef>
                <a:spcPts val="0"/>
              </a:spcBef>
              <a:spcAft>
                <a:spcPts val="0"/>
              </a:spcAft>
              <a:buSzPts val="2400"/>
              <a:buNone/>
              <a:defRPr/>
            </a:lvl9pPr>
          </a:lstStyle>
          <a:p>
            <a:endParaRPr/>
          </a:p>
        </p:txBody>
      </p:sp>
      <p:sp>
        <p:nvSpPr>
          <p:cNvPr id="72" name="Google Shape;72;p7"/>
          <p:cNvSpPr txBox="1">
            <a:spLocks noGrp="1"/>
          </p:cNvSpPr>
          <p:nvPr>
            <p:ph type="body" idx="1"/>
          </p:nvPr>
        </p:nvSpPr>
        <p:spPr>
          <a:xfrm>
            <a:off x="720000" y="2201038"/>
            <a:ext cx="4292100" cy="21291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Clr>
                <a:srgbClr val="E76A28"/>
              </a:buClr>
              <a:buSzPts val="1200"/>
              <a:buFont typeface="Nunito Light"/>
              <a:buChar char="○"/>
              <a:defRPr/>
            </a:lvl2pPr>
            <a:lvl3pPr marL="1371600" lvl="2" indent="-304800" rtl="0">
              <a:lnSpc>
                <a:spcPct val="100000"/>
              </a:lnSpc>
              <a:spcBef>
                <a:spcPts val="0"/>
              </a:spcBef>
              <a:spcAft>
                <a:spcPts val="0"/>
              </a:spcAft>
              <a:buClr>
                <a:srgbClr val="E76A28"/>
              </a:buClr>
              <a:buSzPts val="1200"/>
              <a:buFont typeface="Nunito Light"/>
              <a:buChar char="■"/>
              <a:defRPr/>
            </a:lvl3pPr>
            <a:lvl4pPr marL="1828800" lvl="3" indent="-304800" rtl="0">
              <a:lnSpc>
                <a:spcPct val="100000"/>
              </a:lnSpc>
              <a:spcBef>
                <a:spcPts val="0"/>
              </a:spcBef>
              <a:spcAft>
                <a:spcPts val="0"/>
              </a:spcAft>
              <a:buClr>
                <a:srgbClr val="E76A28"/>
              </a:buClr>
              <a:buSzPts val="1200"/>
              <a:buFont typeface="Nunito Light"/>
              <a:buChar char="●"/>
              <a:defRPr/>
            </a:lvl4pPr>
            <a:lvl5pPr marL="2286000" lvl="4" indent="-304800" rtl="0">
              <a:lnSpc>
                <a:spcPct val="100000"/>
              </a:lnSpc>
              <a:spcBef>
                <a:spcPts val="0"/>
              </a:spcBef>
              <a:spcAft>
                <a:spcPts val="0"/>
              </a:spcAft>
              <a:buClr>
                <a:srgbClr val="E76A28"/>
              </a:buClr>
              <a:buSzPts val="1200"/>
              <a:buFont typeface="Nunito Light"/>
              <a:buChar char="○"/>
              <a:defRPr/>
            </a:lvl5pPr>
            <a:lvl6pPr marL="2743200" lvl="5" indent="-304800" rtl="0">
              <a:lnSpc>
                <a:spcPct val="100000"/>
              </a:lnSpc>
              <a:spcBef>
                <a:spcPts val="0"/>
              </a:spcBef>
              <a:spcAft>
                <a:spcPts val="0"/>
              </a:spcAft>
              <a:buClr>
                <a:srgbClr val="999999"/>
              </a:buClr>
              <a:buSzPts val="1200"/>
              <a:buFont typeface="Nunito Light"/>
              <a:buChar char="■"/>
              <a:defRPr/>
            </a:lvl6pPr>
            <a:lvl7pPr marL="3200400" lvl="6" indent="-304800" rtl="0">
              <a:lnSpc>
                <a:spcPct val="100000"/>
              </a:lnSpc>
              <a:spcBef>
                <a:spcPts val="0"/>
              </a:spcBef>
              <a:spcAft>
                <a:spcPts val="0"/>
              </a:spcAft>
              <a:buClr>
                <a:srgbClr val="999999"/>
              </a:buClr>
              <a:buSzPts val="1200"/>
              <a:buFont typeface="Nunito Light"/>
              <a:buChar char="●"/>
              <a:defRPr/>
            </a:lvl7pPr>
            <a:lvl8pPr marL="3657600" lvl="7" indent="-304800" rtl="0">
              <a:lnSpc>
                <a:spcPct val="100000"/>
              </a:lnSpc>
              <a:spcBef>
                <a:spcPts val="0"/>
              </a:spcBef>
              <a:spcAft>
                <a:spcPts val="0"/>
              </a:spcAft>
              <a:buClr>
                <a:srgbClr val="999999"/>
              </a:buClr>
              <a:buSzPts val="1200"/>
              <a:buFont typeface="Nunito Light"/>
              <a:buChar char="○"/>
              <a:defRPr/>
            </a:lvl8pPr>
            <a:lvl9pPr marL="4114800" lvl="8" indent="-304800" rtl="0">
              <a:lnSpc>
                <a:spcPct val="100000"/>
              </a:lnSpc>
              <a:spcBef>
                <a:spcPts val="0"/>
              </a:spcBef>
              <a:spcAft>
                <a:spcPts val="0"/>
              </a:spcAft>
              <a:buClr>
                <a:srgbClr val="999999"/>
              </a:buClr>
              <a:buSzPts val="1200"/>
              <a:buFont typeface="Nunito Light"/>
              <a:buChar char="■"/>
              <a:defRPr/>
            </a:lvl9pPr>
          </a:lstStyle>
          <a:p>
            <a:endParaRPr/>
          </a:p>
        </p:txBody>
      </p:sp>
      <p:sp>
        <p:nvSpPr>
          <p:cNvPr id="73" name="Google Shape;73;p7"/>
          <p:cNvSpPr>
            <a:spLocks noGrp="1"/>
          </p:cNvSpPr>
          <p:nvPr>
            <p:ph type="pic" idx="2"/>
          </p:nvPr>
        </p:nvSpPr>
        <p:spPr>
          <a:xfrm>
            <a:off x="5631000" y="0"/>
            <a:ext cx="3513000" cy="5143500"/>
          </a:xfrm>
          <a:prstGeom prst="rect">
            <a:avLst/>
          </a:prstGeom>
          <a:noFill/>
          <a:ln>
            <a:noFill/>
          </a:ln>
        </p:spPr>
        <p:txBody>
          <a:bodyPr/>
          <a:lstStyle/>
          <a:p>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lt2"/>
            </a:gs>
            <a:gs pos="2000">
              <a:schemeClr val="lt2"/>
            </a:gs>
            <a:gs pos="24000">
              <a:schemeClr val="lt1"/>
            </a:gs>
            <a:gs pos="40000">
              <a:schemeClr val="lt1"/>
            </a:gs>
            <a:gs pos="76000">
              <a:schemeClr val="lt1"/>
            </a:gs>
            <a:gs pos="100000">
              <a:schemeClr val="accent1"/>
            </a:gs>
            <a:gs pos="100000">
              <a:schemeClr val="accent1"/>
            </a:gs>
          </a:gsLst>
          <a:lin ang="8099331" scaled="0"/>
        </a:gradFill>
        <a:effectLst/>
      </p:bgPr>
    </p:bg>
    <p:spTree>
      <p:nvGrpSpPr>
        <p:cNvPr id="1" name="Shape 98"/>
        <p:cNvGrpSpPr/>
        <p:nvPr/>
      </p:nvGrpSpPr>
      <p:grpSpPr>
        <a:xfrm>
          <a:off x="0" y="0"/>
          <a:ext cx="0" cy="0"/>
          <a:chOff x="0" y="0"/>
          <a:chExt cx="0" cy="0"/>
        </a:xfrm>
      </p:grpSpPr>
      <p:sp>
        <p:nvSpPr>
          <p:cNvPr id="99" name="Google Shape;99;p9"/>
          <p:cNvSpPr txBox="1">
            <a:spLocks noGrp="1"/>
          </p:cNvSpPr>
          <p:nvPr>
            <p:ph type="ctrTitle"/>
          </p:nvPr>
        </p:nvSpPr>
        <p:spPr>
          <a:xfrm>
            <a:off x="899500" y="2109750"/>
            <a:ext cx="3192000" cy="924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191919"/>
              </a:buClr>
              <a:buSzPts val="5200"/>
              <a:buNone/>
              <a:defRPr sz="6000">
                <a:solidFill>
                  <a:schemeClr val="accent2"/>
                </a:solidFill>
              </a:defRPr>
            </a:lvl1pPr>
            <a:lvl2pPr lvl="1" algn="ctr" rtl="0">
              <a:lnSpc>
                <a:spcPct val="100000"/>
              </a:lnSpc>
              <a:spcBef>
                <a:spcPts val="0"/>
              </a:spcBef>
              <a:spcAft>
                <a:spcPts val="0"/>
              </a:spcAft>
              <a:buClr>
                <a:srgbClr val="191919"/>
              </a:buClr>
              <a:buSzPts val="5200"/>
              <a:buNone/>
              <a:defRPr sz="5200">
                <a:solidFill>
                  <a:srgbClr val="191919"/>
                </a:solidFill>
              </a:defRPr>
            </a:lvl2pPr>
            <a:lvl3pPr lvl="2" algn="ctr" rtl="0">
              <a:lnSpc>
                <a:spcPct val="100000"/>
              </a:lnSpc>
              <a:spcBef>
                <a:spcPts val="0"/>
              </a:spcBef>
              <a:spcAft>
                <a:spcPts val="0"/>
              </a:spcAft>
              <a:buClr>
                <a:srgbClr val="191919"/>
              </a:buClr>
              <a:buSzPts val="5200"/>
              <a:buNone/>
              <a:defRPr sz="5200">
                <a:solidFill>
                  <a:srgbClr val="191919"/>
                </a:solidFill>
              </a:defRPr>
            </a:lvl3pPr>
            <a:lvl4pPr lvl="3" algn="ctr" rtl="0">
              <a:lnSpc>
                <a:spcPct val="100000"/>
              </a:lnSpc>
              <a:spcBef>
                <a:spcPts val="0"/>
              </a:spcBef>
              <a:spcAft>
                <a:spcPts val="0"/>
              </a:spcAft>
              <a:buClr>
                <a:srgbClr val="191919"/>
              </a:buClr>
              <a:buSzPts val="5200"/>
              <a:buNone/>
              <a:defRPr sz="5200">
                <a:solidFill>
                  <a:srgbClr val="191919"/>
                </a:solidFill>
              </a:defRPr>
            </a:lvl4pPr>
            <a:lvl5pPr lvl="4" algn="ctr" rtl="0">
              <a:lnSpc>
                <a:spcPct val="100000"/>
              </a:lnSpc>
              <a:spcBef>
                <a:spcPts val="0"/>
              </a:spcBef>
              <a:spcAft>
                <a:spcPts val="0"/>
              </a:spcAft>
              <a:buClr>
                <a:srgbClr val="191919"/>
              </a:buClr>
              <a:buSzPts val="5200"/>
              <a:buNone/>
              <a:defRPr sz="5200">
                <a:solidFill>
                  <a:srgbClr val="191919"/>
                </a:solidFill>
              </a:defRPr>
            </a:lvl5pPr>
            <a:lvl6pPr lvl="5" algn="ctr" rtl="0">
              <a:lnSpc>
                <a:spcPct val="100000"/>
              </a:lnSpc>
              <a:spcBef>
                <a:spcPts val="0"/>
              </a:spcBef>
              <a:spcAft>
                <a:spcPts val="0"/>
              </a:spcAft>
              <a:buClr>
                <a:srgbClr val="191919"/>
              </a:buClr>
              <a:buSzPts val="5200"/>
              <a:buNone/>
              <a:defRPr sz="5200">
                <a:solidFill>
                  <a:srgbClr val="191919"/>
                </a:solidFill>
              </a:defRPr>
            </a:lvl6pPr>
            <a:lvl7pPr lvl="6" algn="ctr" rtl="0">
              <a:lnSpc>
                <a:spcPct val="100000"/>
              </a:lnSpc>
              <a:spcBef>
                <a:spcPts val="0"/>
              </a:spcBef>
              <a:spcAft>
                <a:spcPts val="0"/>
              </a:spcAft>
              <a:buClr>
                <a:srgbClr val="191919"/>
              </a:buClr>
              <a:buSzPts val="5200"/>
              <a:buNone/>
              <a:defRPr sz="5200">
                <a:solidFill>
                  <a:srgbClr val="191919"/>
                </a:solidFill>
              </a:defRPr>
            </a:lvl7pPr>
            <a:lvl8pPr lvl="7" algn="ctr" rtl="0">
              <a:lnSpc>
                <a:spcPct val="100000"/>
              </a:lnSpc>
              <a:spcBef>
                <a:spcPts val="0"/>
              </a:spcBef>
              <a:spcAft>
                <a:spcPts val="0"/>
              </a:spcAft>
              <a:buClr>
                <a:srgbClr val="191919"/>
              </a:buClr>
              <a:buSzPts val="5200"/>
              <a:buNone/>
              <a:defRPr sz="5200">
                <a:solidFill>
                  <a:srgbClr val="191919"/>
                </a:solidFill>
              </a:defRPr>
            </a:lvl8pPr>
            <a:lvl9pPr lvl="8" algn="ctr" rtl="0">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00" name="Google Shape;100;p9"/>
          <p:cNvSpPr txBox="1">
            <a:spLocks noGrp="1"/>
          </p:cNvSpPr>
          <p:nvPr>
            <p:ph type="subTitle" idx="1"/>
          </p:nvPr>
        </p:nvSpPr>
        <p:spPr>
          <a:xfrm>
            <a:off x="4387100" y="2109750"/>
            <a:ext cx="3857400" cy="924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600">
                <a:solidFill>
                  <a:schemeClr val="accent2"/>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01" name="Google Shape;101;p9"/>
          <p:cNvSpPr/>
          <p:nvPr/>
        </p:nvSpPr>
        <p:spPr>
          <a:xfrm flipH="1">
            <a:off x="235488" y="3269625"/>
            <a:ext cx="182100" cy="185175"/>
          </a:xfrm>
          <a:custGeom>
            <a:avLst/>
            <a:gdLst/>
            <a:ahLst/>
            <a:cxnLst/>
            <a:rect l="l" t="t" r="r" b="b"/>
            <a:pathLst>
              <a:path w="7284" h="7407" extrusionOk="0">
                <a:moveTo>
                  <a:pt x="3704" y="1136"/>
                </a:moveTo>
                <a:cubicBezTo>
                  <a:pt x="5037" y="1136"/>
                  <a:pt x="6173" y="2271"/>
                  <a:pt x="6173" y="3703"/>
                </a:cubicBezTo>
                <a:cubicBezTo>
                  <a:pt x="6173" y="5061"/>
                  <a:pt x="5037" y="6296"/>
                  <a:pt x="3704" y="6296"/>
                </a:cubicBezTo>
                <a:cubicBezTo>
                  <a:pt x="2247" y="6296"/>
                  <a:pt x="1112" y="5061"/>
                  <a:pt x="1112" y="3703"/>
                </a:cubicBezTo>
                <a:cubicBezTo>
                  <a:pt x="1112" y="2271"/>
                  <a:pt x="2247" y="1136"/>
                  <a:pt x="3704" y="1136"/>
                </a:cubicBezTo>
                <a:close/>
                <a:moveTo>
                  <a:pt x="3704" y="0"/>
                </a:moveTo>
                <a:cubicBezTo>
                  <a:pt x="1630" y="0"/>
                  <a:pt x="1" y="1654"/>
                  <a:pt x="1" y="3703"/>
                </a:cubicBezTo>
                <a:cubicBezTo>
                  <a:pt x="1" y="5777"/>
                  <a:pt x="1630" y="7407"/>
                  <a:pt x="3704" y="7407"/>
                </a:cubicBezTo>
                <a:cubicBezTo>
                  <a:pt x="5654" y="7407"/>
                  <a:pt x="7284" y="5777"/>
                  <a:pt x="7284" y="3703"/>
                </a:cubicBezTo>
                <a:cubicBezTo>
                  <a:pt x="7284" y="1654"/>
                  <a:pt x="5654" y="0"/>
                  <a:pt x="3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 name="Google Shape;102;p9"/>
          <p:cNvGrpSpPr/>
          <p:nvPr/>
        </p:nvGrpSpPr>
        <p:grpSpPr>
          <a:xfrm flipH="1">
            <a:off x="417588" y="703750"/>
            <a:ext cx="110500" cy="293825"/>
            <a:chOff x="7071400" y="4277725"/>
            <a:chExt cx="110500" cy="293825"/>
          </a:xfrm>
        </p:grpSpPr>
        <p:sp>
          <p:nvSpPr>
            <p:cNvPr id="103" name="Google Shape;103;p9"/>
            <p:cNvSpPr/>
            <p:nvPr/>
          </p:nvSpPr>
          <p:spPr>
            <a:xfrm>
              <a:off x="7071400" y="4277725"/>
              <a:ext cx="110500" cy="69775"/>
            </a:xfrm>
            <a:custGeom>
              <a:avLst/>
              <a:gdLst/>
              <a:ahLst/>
              <a:cxnLst/>
              <a:rect l="l" t="t" r="r" b="b"/>
              <a:pathLst>
                <a:path w="4420" h="2791" extrusionOk="0">
                  <a:moveTo>
                    <a:pt x="2210" y="0"/>
                  </a:moveTo>
                  <a:cubicBezTo>
                    <a:pt x="1976" y="0"/>
                    <a:pt x="1741" y="74"/>
                    <a:pt x="1531" y="222"/>
                  </a:cubicBezTo>
                  <a:lnTo>
                    <a:pt x="519" y="1259"/>
                  </a:lnTo>
                  <a:cubicBezTo>
                    <a:pt x="0" y="1877"/>
                    <a:pt x="420" y="2790"/>
                    <a:pt x="1235" y="2790"/>
                  </a:cubicBezTo>
                  <a:lnTo>
                    <a:pt x="3284" y="2790"/>
                  </a:lnTo>
                  <a:cubicBezTo>
                    <a:pt x="4000" y="2790"/>
                    <a:pt x="4420" y="1877"/>
                    <a:pt x="3901" y="1259"/>
                  </a:cubicBezTo>
                  <a:lnTo>
                    <a:pt x="2889" y="222"/>
                  </a:lnTo>
                  <a:cubicBezTo>
                    <a:pt x="2679" y="74"/>
                    <a:pt x="2445" y="0"/>
                    <a:pt x="2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9"/>
            <p:cNvSpPr/>
            <p:nvPr/>
          </p:nvSpPr>
          <p:spPr>
            <a:xfrm>
              <a:off x="7071400" y="4499450"/>
              <a:ext cx="110500" cy="72100"/>
            </a:xfrm>
            <a:custGeom>
              <a:avLst/>
              <a:gdLst/>
              <a:ahLst/>
              <a:cxnLst/>
              <a:rect l="l" t="t" r="r" b="b"/>
              <a:pathLst>
                <a:path w="4420" h="2884" extrusionOk="0">
                  <a:moveTo>
                    <a:pt x="2210" y="1"/>
                  </a:moveTo>
                  <a:cubicBezTo>
                    <a:pt x="1976" y="1"/>
                    <a:pt x="1741" y="106"/>
                    <a:pt x="1531" y="315"/>
                  </a:cubicBezTo>
                  <a:lnTo>
                    <a:pt x="519" y="1328"/>
                  </a:lnTo>
                  <a:cubicBezTo>
                    <a:pt x="0" y="1846"/>
                    <a:pt x="420" y="2883"/>
                    <a:pt x="1235" y="2883"/>
                  </a:cubicBezTo>
                  <a:lnTo>
                    <a:pt x="3284" y="2883"/>
                  </a:lnTo>
                  <a:cubicBezTo>
                    <a:pt x="4000" y="2883"/>
                    <a:pt x="4420" y="1846"/>
                    <a:pt x="3901" y="1328"/>
                  </a:cubicBezTo>
                  <a:lnTo>
                    <a:pt x="2889" y="315"/>
                  </a:lnTo>
                  <a:cubicBezTo>
                    <a:pt x="2679" y="106"/>
                    <a:pt x="2445" y="1"/>
                    <a:pt x="22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 name="Google Shape;105;p9"/>
          <p:cNvGrpSpPr/>
          <p:nvPr/>
        </p:nvGrpSpPr>
        <p:grpSpPr>
          <a:xfrm flipH="1">
            <a:off x="8496575" y="1592025"/>
            <a:ext cx="406775" cy="96675"/>
            <a:chOff x="4607450" y="576625"/>
            <a:chExt cx="406775" cy="96675"/>
          </a:xfrm>
        </p:grpSpPr>
        <p:sp>
          <p:nvSpPr>
            <p:cNvPr id="106" name="Google Shape;106;p9"/>
            <p:cNvSpPr/>
            <p:nvPr/>
          </p:nvSpPr>
          <p:spPr>
            <a:xfrm>
              <a:off x="4607450" y="576625"/>
              <a:ext cx="74700" cy="96675"/>
            </a:xfrm>
            <a:custGeom>
              <a:avLst/>
              <a:gdLst/>
              <a:ahLst/>
              <a:cxnLst/>
              <a:rect l="l" t="t" r="r" b="b"/>
              <a:pathLst>
                <a:path w="2988" h="3867" extrusionOk="0">
                  <a:moveTo>
                    <a:pt x="2023" y="1"/>
                  </a:moveTo>
                  <a:cubicBezTo>
                    <a:pt x="1814" y="1"/>
                    <a:pt x="1609" y="71"/>
                    <a:pt x="1457" y="232"/>
                  </a:cubicBezTo>
                  <a:lnTo>
                    <a:pt x="420" y="1269"/>
                  </a:lnTo>
                  <a:cubicBezTo>
                    <a:pt x="0" y="1688"/>
                    <a:pt x="0" y="2182"/>
                    <a:pt x="420" y="2602"/>
                  </a:cubicBezTo>
                  <a:lnTo>
                    <a:pt x="1457" y="3639"/>
                  </a:lnTo>
                  <a:cubicBezTo>
                    <a:pt x="1606" y="3796"/>
                    <a:pt x="1806" y="3867"/>
                    <a:pt x="2011" y="3867"/>
                  </a:cubicBezTo>
                  <a:cubicBezTo>
                    <a:pt x="2484" y="3867"/>
                    <a:pt x="2988" y="3491"/>
                    <a:pt x="2988" y="2923"/>
                  </a:cubicBezTo>
                  <a:lnTo>
                    <a:pt x="2988" y="849"/>
                  </a:lnTo>
                  <a:cubicBezTo>
                    <a:pt x="2988" y="354"/>
                    <a:pt x="2492" y="1"/>
                    <a:pt x="20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9"/>
            <p:cNvSpPr/>
            <p:nvPr/>
          </p:nvSpPr>
          <p:spPr>
            <a:xfrm>
              <a:off x="4717925" y="576625"/>
              <a:ext cx="74700" cy="96675"/>
            </a:xfrm>
            <a:custGeom>
              <a:avLst/>
              <a:gdLst/>
              <a:ahLst/>
              <a:cxnLst/>
              <a:rect l="l" t="t" r="r" b="b"/>
              <a:pathLst>
                <a:path w="2988" h="3867" extrusionOk="0">
                  <a:moveTo>
                    <a:pt x="2035" y="1"/>
                  </a:moveTo>
                  <a:cubicBezTo>
                    <a:pt x="1825" y="1"/>
                    <a:pt x="1617" y="71"/>
                    <a:pt x="1457" y="232"/>
                  </a:cubicBezTo>
                  <a:lnTo>
                    <a:pt x="420" y="1269"/>
                  </a:lnTo>
                  <a:cubicBezTo>
                    <a:pt x="0" y="1688"/>
                    <a:pt x="0" y="2182"/>
                    <a:pt x="420" y="2602"/>
                  </a:cubicBezTo>
                  <a:lnTo>
                    <a:pt x="1457" y="3639"/>
                  </a:lnTo>
                  <a:cubicBezTo>
                    <a:pt x="1614" y="3796"/>
                    <a:pt x="1816" y="3867"/>
                    <a:pt x="2022" y="3867"/>
                  </a:cubicBezTo>
                  <a:cubicBezTo>
                    <a:pt x="2496" y="3867"/>
                    <a:pt x="2988" y="3491"/>
                    <a:pt x="2988" y="2923"/>
                  </a:cubicBezTo>
                  <a:lnTo>
                    <a:pt x="2988" y="849"/>
                  </a:lnTo>
                  <a:cubicBezTo>
                    <a:pt x="2988" y="354"/>
                    <a:pt x="2504" y="1"/>
                    <a:pt x="20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9"/>
            <p:cNvSpPr/>
            <p:nvPr/>
          </p:nvSpPr>
          <p:spPr>
            <a:xfrm>
              <a:off x="4831500" y="576625"/>
              <a:ext cx="71625" cy="96675"/>
            </a:xfrm>
            <a:custGeom>
              <a:avLst/>
              <a:gdLst/>
              <a:ahLst/>
              <a:cxnLst/>
              <a:rect l="l" t="t" r="r" b="b"/>
              <a:pathLst>
                <a:path w="2865" h="3867" extrusionOk="0">
                  <a:moveTo>
                    <a:pt x="1955" y="1"/>
                  </a:moveTo>
                  <a:cubicBezTo>
                    <a:pt x="1743" y="1"/>
                    <a:pt x="1524" y="71"/>
                    <a:pt x="1333" y="232"/>
                  </a:cubicBezTo>
                  <a:lnTo>
                    <a:pt x="297" y="1269"/>
                  </a:lnTo>
                  <a:cubicBezTo>
                    <a:pt x="0" y="1688"/>
                    <a:pt x="0" y="2182"/>
                    <a:pt x="297" y="2602"/>
                  </a:cubicBezTo>
                  <a:lnTo>
                    <a:pt x="1333" y="3639"/>
                  </a:lnTo>
                  <a:cubicBezTo>
                    <a:pt x="1520" y="3796"/>
                    <a:pt x="1734" y="3867"/>
                    <a:pt x="1942" y="3867"/>
                  </a:cubicBezTo>
                  <a:cubicBezTo>
                    <a:pt x="2420" y="3867"/>
                    <a:pt x="2864" y="3491"/>
                    <a:pt x="2864" y="2923"/>
                  </a:cubicBezTo>
                  <a:lnTo>
                    <a:pt x="2864" y="849"/>
                  </a:lnTo>
                  <a:cubicBezTo>
                    <a:pt x="2864" y="354"/>
                    <a:pt x="2428" y="1"/>
                    <a:pt x="19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9"/>
            <p:cNvSpPr/>
            <p:nvPr/>
          </p:nvSpPr>
          <p:spPr>
            <a:xfrm>
              <a:off x="4941975" y="576625"/>
              <a:ext cx="72250" cy="96675"/>
            </a:xfrm>
            <a:custGeom>
              <a:avLst/>
              <a:gdLst/>
              <a:ahLst/>
              <a:cxnLst/>
              <a:rect l="l" t="t" r="r" b="b"/>
              <a:pathLst>
                <a:path w="2890" h="3867" extrusionOk="0">
                  <a:moveTo>
                    <a:pt x="1961" y="1"/>
                  </a:moveTo>
                  <a:cubicBezTo>
                    <a:pt x="1746" y="1"/>
                    <a:pt x="1524" y="71"/>
                    <a:pt x="1334" y="232"/>
                  </a:cubicBezTo>
                  <a:lnTo>
                    <a:pt x="297" y="1269"/>
                  </a:lnTo>
                  <a:cubicBezTo>
                    <a:pt x="1" y="1688"/>
                    <a:pt x="1" y="2182"/>
                    <a:pt x="297" y="2602"/>
                  </a:cubicBezTo>
                  <a:lnTo>
                    <a:pt x="1334" y="3639"/>
                  </a:lnTo>
                  <a:cubicBezTo>
                    <a:pt x="1521" y="3796"/>
                    <a:pt x="1737" y="3867"/>
                    <a:pt x="1948" y="3867"/>
                  </a:cubicBezTo>
                  <a:cubicBezTo>
                    <a:pt x="2433" y="3867"/>
                    <a:pt x="2889" y="3491"/>
                    <a:pt x="2889" y="2923"/>
                  </a:cubicBezTo>
                  <a:lnTo>
                    <a:pt x="2889" y="849"/>
                  </a:lnTo>
                  <a:cubicBezTo>
                    <a:pt x="2889" y="354"/>
                    <a:pt x="2441" y="1"/>
                    <a:pt x="19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 name="Google Shape;110;p9"/>
          <p:cNvSpPr/>
          <p:nvPr/>
        </p:nvSpPr>
        <p:spPr>
          <a:xfrm flipH="1">
            <a:off x="4391018" y="4677050"/>
            <a:ext cx="361957" cy="362981"/>
          </a:xfrm>
          <a:custGeom>
            <a:avLst/>
            <a:gdLst/>
            <a:ahLst/>
            <a:cxnLst/>
            <a:rect l="l" t="t" r="r" b="b"/>
            <a:pathLst>
              <a:path w="8839" h="8864" extrusionOk="0">
                <a:moveTo>
                  <a:pt x="4420" y="716"/>
                </a:moveTo>
                <a:cubicBezTo>
                  <a:pt x="6493" y="716"/>
                  <a:pt x="8123" y="2371"/>
                  <a:pt x="8123" y="4420"/>
                </a:cubicBezTo>
                <a:cubicBezTo>
                  <a:pt x="8123" y="6494"/>
                  <a:pt x="6493" y="8123"/>
                  <a:pt x="4420" y="8123"/>
                </a:cubicBezTo>
                <a:cubicBezTo>
                  <a:pt x="2370" y="8123"/>
                  <a:pt x="716" y="6494"/>
                  <a:pt x="716" y="4420"/>
                </a:cubicBezTo>
                <a:cubicBezTo>
                  <a:pt x="716" y="2371"/>
                  <a:pt x="2370" y="716"/>
                  <a:pt x="4420" y="716"/>
                </a:cubicBezTo>
                <a:close/>
                <a:moveTo>
                  <a:pt x="4420" y="1"/>
                </a:moveTo>
                <a:cubicBezTo>
                  <a:pt x="1951" y="1"/>
                  <a:pt x="0" y="1951"/>
                  <a:pt x="0" y="4420"/>
                </a:cubicBezTo>
                <a:cubicBezTo>
                  <a:pt x="0" y="6889"/>
                  <a:pt x="1951" y="8864"/>
                  <a:pt x="4420" y="8864"/>
                </a:cubicBezTo>
                <a:cubicBezTo>
                  <a:pt x="6888" y="8864"/>
                  <a:pt x="8839" y="6889"/>
                  <a:pt x="8839" y="4420"/>
                </a:cubicBezTo>
                <a:cubicBezTo>
                  <a:pt x="8839" y="1951"/>
                  <a:pt x="6888" y="1"/>
                  <a:pt x="44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9"/>
          <p:cNvSpPr/>
          <p:nvPr/>
        </p:nvSpPr>
        <p:spPr>
          <a:xfrm rot="-5400000" flipH="1">
            <a:off x="3105666" y="-135100"/>
            <a:ext cx="182097" cy="905048"/>
          </a:xfrm>
          <a:custGeom>
            <a:avLst/>
            <a:gdLst/>
            <a:ahLst/>
            <a:cxnLst/>
            <a:rect l="l" t="t" r="r" b="b"/>
            <a:pathLst>
              <a:path w="4322" h="21481" extrusionOk="0">
                <a:moveTo>
                  <a:pt x="4000" y="1"/>
                </a:moveTo>
                <a:cubicBezTo>
                  <a:pt x="4000" y="1334"/>
                  <a:pt x="3087" y="1951"/>
                  <a:pt x="2050" y="2569"/>
                </a:cubicBezTo>
                <a:cubicBezTo>
                  <a:pt x="1013" y="3285"/>
                  <a:pt x="1" y="4001"/>
                  <a:pt x="1" y="5433"/>
                </a:cubicBezTo>
                <a:cubicBezTo>
                  <a:pt x="1" y="6790"/>
                  <a:pt x="1013" y="7506"/>
                  <a:pt x="2050" y="8222"/>
                </a:cubicBezTo>
                <a:cubicBezTo>
                  <a:pt x="3087" y="8840"/>
                  <a:pt x="4000" y="9457"/>
                  <a:pt x="4000" y="10790"/>
                </a:cubicBezTo>
                <a:cubicBezTo>
                  <a:pt x="4000" y="12024"/>
                  <a:pt x="3087" y="12642"/>
                  <a:pt x="2050" y="13259"/>
                </a:cubicBezTo>
                <a:cubicBezTo>
                  <a:pt x="1013" y="13975"/>
                  <a:pt x="1" y="14691"/>
                  <a:pt x="1" y="16147"/>
                </a:cubicBezTo>
                <a:cubicBezTo>
                  <a:pt x="1" y="17579"/>
                  <a:pt x="1013" y="18295"/>
                  <a:pt x="2050" y="18913"/>
                </a:cubicBezTo>
                <a:cubicBezTo>
                  <a:pt x="3087" y="19629"/>
                  <a:pt x="4000" y="20246"/>
                  <a:pt x="4000" y="21480"/>
                </a:cubicBezTo>
                <a:lnTo>
                  <a:pt x="4321" y="21480"/>
                </a:lnTo>
                <a:cubicBezTo>
                  <a:pt x="4321" y="20048"/>
                  <a:pt x="3284" y="19332"/>
                  <a:pt x="2248" y="18715"/>
                </a:cubicBezTo>
                <a:cubicBezTo>
                  <a:pt x="1235" y="17999"/>
                  <a:pt x="297" y="17382"/>
                  <a:pt x="297" y="16147"/>
                </a:cubicBezTo>
                <a:cubicBezTo>
                  <a:pt x="297" y="14913"/>
                  <a:pt x="1235" y="14296"/>
                  <a:pt x="2248" y="13580"/>
                </a:cubicBezTo>
                <a:cubicBezTo>
                  <a:pt x="3284" y="12839"/>
                  <a:pt x="4321" y="12222"/>
                  <a:pt x="4321" y="10790"/>
                </a:cubicBezTo>
                <a:cubicBezTo>
                  <a:pt x="4321" y="9358"/>
                  <a:pt x="3284" y="8642"/>
                  <a:pt x="2248" y="7901"/>
                </a:cubicBezTo>
                <a:cubicBezTo>
                  <a:pt x="1235" y="7284"/>
                  <a:pt x="297" y="6667"/>
                  <a:pt x="297" y="5433"/>
                </a:cubicBezTo>
                <a:cubicBezTo>
                  <a:pt x="297" y="4099"/>
                  <a:pt x="1235" y="3482"/>
                  <a:pt x="2248" y="2865"/>
                </a:cubicBezTo>
                <a:cubicBezTo>
                  <a:pt x="3284" y="2149"/>
                  <a:pt x="4321" y="1433"/>
                  <a:pt x="43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lt2"/>
            </a:gs>
            <a:gs pos="8000">
              <a:schemeClr val="lt1"/>
            </a:gs>
            <a:gs pos="91000">
              <a:schemeClr val="lt1"/>
            </a:gs>
            <a:gs pos="100000">
              <a:schemeClr val="accent1"/>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2"/>
              </a:buClr>
              <a:buSzPts val="2400"/>
              <a:buFont typeface="Montserrat"/>
              <a:buNone/>
              <a:defRPr sz="2400" b="1">
                <a:solidFill>
                  <a:schemeClr val="accent2"/>
                </a:solidFill>
                <a:latin typeface="Montserrat"/>
                <a:ea typeface="Montserrat"/>
                <a:cs typeface="Montserrat"/>
                <a:sym typeface="Montserrat"/>
              </a:defRPr>
            </a:lvl1pPr>
            <a:lvl2pPr lvl="1" rtl="0">
              <a:spcBef>
                <a:spcPts val="0"/>
              </a:spcBef>
              <a:spcAft>
                <a:spcPts val="0"/>
              </a:spcAft>
              <a:buClr>
                <a:schemeClr val="accent2"/>
              </a:buClr>
              <a:buSzPts val="2400"/>
              <a:buFont typeface="Montserrat"/>
              <a:buNone/>
              <a:defRPr sz="2400" b="1">
                <a:solidFill>
                  <a:schemeClr val="accent2"/>
                </a:solidFill>
                <a:latin typeface="Montserrat"/>
                <a:ea typeface="Montserrat"/>
                <a:cs typeface="Montserrat"/>
                <a:sym typeface="Montserrat"/>
              </a:defRPr>
            </a:lvl2pPr>
            <a:lvl3pPr lvl="2" rtl="0">
              <a:spcBef>
                <a:spcPts val="0"/>
              </a:spcBef>
              <a:spcAft>
                <a:spcPts val="0"/>
              </a:spcAft>
              <a:buClr>
                <a:schemeClr val="accent2"/>
              </a:buClr>
              <a:buSzPts val="2400"/>
              <a:buFont typeface="Montserrat"/>
              <a:buNone/>
              <a:defRPr sz="2400" b="1">
                <a:solidFill>
                  <a:schemeClr val="accent2"/>
                </a:solidFill>
                <a:latin typeface="Montserrat"/>
                <a:ea typeface="Montserrat"/>
                <a:cs typeface="Montserrat"/>
                <a:sym typeface="Montserrat"/>
              </a:defRPr>
            </a:lvl3pPr>
            <a:lvl4pPr lvl="3" rtl="0">
              <a:spcBef>
                <a:spcPts val="0"/>
              </a:spcBef>
              <a:spcAft>
                <a:spcPts val="0"/>
              </a:spcAft>
              <a:buClr>
                <a:schemeClr val="accent2"/>
              </a:buClr>
              <a:buSzPts val="2400"/>
              <a:buFont typeface="Montserrat"/>
              <a:buNone/>
              <a:defRPr sz="2400" b="1">
                <a:solidFill>
                  <a:schemeClr val="accent2"/>
                </a:solidFill>
                <a:latin typeface="Montserrat"/>
                <a:ea typeface="Montserrat"/>
                <a:cs typeface="Montserrat"/>
                <a:sym typeface="Montserrat"/>
              </a:defRPr>
            </a:lvl4pPr>
            <a:lvl5pPr lvl="4" rtl="0">
              <a:spcBef>
                <a:spcPts val="0"/>
              </a:spcBef>
              <a:spcAft>
                <a:spcPts val="0"/>
              </a:spcAft>
              <a:buClr>
                <a:schemeClr val="accent2"/>
              </a:buClr>
              <a:buSzPts val="2400"/>
              <a:buFont typeface="Montserrat"/>
              <a:buNone/>
              <a:defRPr sz="2400" b="1">
                <a:solidFill>
                  <a:schemeClr val="accent2"/>
                </a:solidFill>
                <a:latin typeface="Montserrat"/>
                <a:ea typeface="Montserrat"/>
                <a:cs typeface="Montserrat"/>
                <a:sym typeface="Montserrat"/>
              </a:defRPr>
            </a:lvl5pPr>
            <a:lvl6pPr lvl="5" rtl="0">
              <a:spcBef>
                <a:spcPts val="0"/>
              </a:spcBef>
              <a:spcAft>
                <a:spcPts val="0"/>
              </a:spcAft>
              <a:buClr>
                <a:schemeClr val="accent2"/>
              </a:buClr>
              <a:buSzPts val="2400"/>
              <a:buFont typeface="Montserrat"/>
              <a:buNone/>
              <a:defRPr sz="2400" b="1">
                <a:solidFill>
                  <a:schemeClr val="accent2"/>
                </a:solidFill>
                <a:latin typeface="Montserrat"/>
                <a:ea typeface="Montserrat"/>
                <a:cs typeface="Montserrat"/>
                <a:sym typeface="Montserrat"/>
              </a:defRPr>
            </a:lvl6pPr>
            <a:lvl7pPr lvl="6" rtl="0">
              <a:spcBef>
                <a:spcPts val="0"/>
              </a:spcBef>
              <a:spcAft>
                <a:spcPts val="0"/>
              </a:spcAft>
              <a:buClr>
                <a:schemeClr val="accent2"/>
              </a:buClr>
              <a:buSzPts val="2400"/>
              <a:buFont typeface="Montserrat"/>
              <a:buNone/>
              <a:defRPr sz="2400" b="1">
                <a:solidFill>
                  <a:schemeClr val="accent2"/>
                </a:solidFill>
                <a:latin typeface="Montserrat"/>
                <a:ea typeface="Montserrat"/>
                <a:cs typeface="Montserrat"/>
                <a:sym typeface="Montserrat"/>
              </a:defRPr>
            </a:lvl7pPr>
            <a:lvl8pPr lvl="7" rtl="0">
              <a:spcBef>
                <a:spcPts val="0"/>
              </a:spcBef>
              <a:spcAft>
                <a:spcPts val="0"/>
              </a:spcAft>
              <a:buClr>
                <a:schemeClr val="accent2"/>
              </a:buClr>
              <a:buSzPts val="2400"/>
              <a:buFont typeface="Montserrat"/>
              <a:buNone/>
              <a:defRPr sz="2400" b="1">
                <a:solidFill>
                  <a:schemeClr val="accent2"/>
                </a:solidFill>
                <a:latin typeface="Montserrat"/>
                <a:ea typeface="Montserrat"/>
                <a:cs typeface="Montserrat"/>
                <a:sym typeface="Montserrat"/>
              </a:defRPr>
            </a:lvl8pPr>
            <a:lvl9pPr lvl="8" rtl="0">
              <a:spcBef>
                <a:spcPts val="0"/>
              </a:spcBef>
              <a:spcAft>
                <a:spcPts val="0"/>
              </a:spcAft>
              <a:buClr>
                <a:schemeClr val="accent2"/>
              </a:buClr>
              <a:buSzPts val="2400"/>
              <a:buFont typeface="Montserrat"/>
              <a:buNone/>
              <a:defRPr sz="2400" b="1">
                <a:solidFill>
                  <a:schemeClr val="accent2"/>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2"/>
              </a:buClr>
              <a:buSzPts val="1200"/>
              <a:buFont typeface="Montserrat Medium"/>
              <a:buChar char="●"/>
              <a:defRPr sz="1200">
                <a:solidFill>
                  <a:schemeClr val="accent2"/>
                </a:solidFill>
                <a:latin typeface="Montserrat Medium"/>
                <a:ea typeface="Montserrat Medium"/>
                <a:cs typeface="Montserrat Medium"/>
                <a:sym typeface="Montserrat Medium"/>
              </a:defRPr>
            </a:lvl1pPr>
            <a:lvl2pPr marL="914400" lvl="1" indent="-304800">
              <a:lnSpc>
                <a:spcPct val="100000"/>
              </a:lnSpc>
              <a:spcBef>
                <a:spcPts val="0"/>
              </a:spcBef>
              <a:spcAft>
                <a:spcPts val="0"/>
              </a:spcAft>
              <a:buClr>
                <a:schemeClr val="accent2"/>
              </a:buClr>
              <a:buSzPts val="1200"/>
              <a:buFont typeface="Montserrat Medium"/>
              <a:buChar char="○"/>
              <a:defRPr sz="1200">
                <a:solidFill>
                  <a:schemeClr val="accent2"/>
                </a:solidFill>
                <a:latin typeface="Montserrat Medium"/>
                <a:ea typeface="Montserrat Medium"/>
                <a:cs typeface="Montserrat Medium"/>
                <a:sym typeface="Montserrat Medium"/>
              </a:defRPr>
            </a:lvl2pPr>
            <a:lvl3pPr marL="1371600" lvl="2" indent="-304800">
              <a:lnSpc>
                <a:spcPct val="100000"/>
              </a:lnSpc>
              <a:spcBef>
                <a:spcPts val="0"/>
              </a:spcBef>
              <a:spcAft>
                <a:spcPts val="0"/>
              </a:spcAft>
              <a:buClr>
                <a:schemeClr val="accent2"/>
              </a:buClr>
              <a:buSzPts val="1200"/>
              <a:buFont typeface="Montserrat Medium"/>
              <a:buChar char="■"/>
              <a:defRPr sz="1200">
                <a:solidFill>
                  <a:schemeClr val="accent2"/>
                </a:solidFill>
                <a:latin typeface="Montserrat Medium"/>
                <a:ea typeface="Montserrat Medium"/>
                <a:cs typeface="Montserrat Medium"/>
                <a:sym typeface="Montserrat Medium"/>
              </a:defRPr>
            </a:lvl3pPr>
            <a:lvl4pPr marL="1828800" lvl="3" indent="-304800">
              <a:lnSpc>
                <a:spcPct val="100000"/>
              </a:lnSpc>
              <a:spcBef>
                <a:spcPts val="0"/>
              </a:spcBef>
              <a:spcAft>
                <a:spcPts val="0"/>
              </a:spcAft>
              <a:buClr>
                <a:schemeClr val="accent2"/>
              </a:buClr>
              <a:buSzPts val="1200"/>
              <a:buFont typeface="Montserrat Medium"/>
              <a:buChar char="●"/>
              <a:defRPr sz="1200">
                <a:solidFill>
                  <a:schemeClr val="accent2"/>
                </a:solidFill>
                <a:latin typeface="Montserrat Medium"/>
                <a:ea typeface="Montserrat Medium"/>
                <a:cs typeface="Montserrat Medium"/>
                <a:sym typeface="Montserrat Medium"/>
              </a:defRPr>
            </a:lvl4pPr>
            <a:lvl5pPr marL="2286000" lvl="4" indent="-304800">
              <a:lnSpc>
                <a:spcPct val="100000"/>
              </a:lnSpc>
              <a:spcBef>
                <a:spcPts val="0"/>
              </a:spcBef>
              <a:spcAft>
                <a:spcPts val="0"/>
              </a:spcAft>
              <a:buClr>
                <a:schemeClr val="accent2"/>
              </a:buClr>
              <a:buSzPts val="1200"/>
              <a:buFont typeface="Montserrat Medium"/>
              <a:buChar char="○"/>
              <a:defRPr sz="1200">
                <a:solidFill>
                  <a:schemeClr val="accent2"/>
                </a:solidFill>
                <a:latin typeface="Montserrat Medium"/>
                <a:ea typeface="Montserrat Medium"/>
                <a:cs typeface="Montserrat Medium"/>
                <a:sym typeface="Montserrat Medium"/>
              </a:defRPr>
            </a:lvl5pPr>
            <a:lvl6pPr marL="2743200" lvl="5" indent="-304800">
              <a:lnSpc>
                <a:spcPct val="100000"/>
              </a:lnSpc>
              <a:spcBef>
                <a:spcPts val="0"/>
              </a:spcBef>
              <a:spcAft>
                <a:spcPts val="0"/>
              </a:spcAft>
              <a:buClr>
                <a:schemeClr val="accent2"/>
              </a:buClr>
              <a:buSzPts val="1200"/>
              <a:buFont typeface="Montserrat Medium"/>
              <a:buChar char="■"/>
              <a:defRPr sz="1200">
                <a:solidFill>
                  <a:schemeClr val="accent2"/>
                </a:solidFill>
                <a:latin typeface="Montserrat Medium"/>
                <a:ea typeface="Montserrat Medium"/>
                <a:cs typeface="Montserrat Medium"/>
                <a:sym typeface="Montserrat Medium"/>
              </a:defRPr>
            </a:lvl6pPr>
            <a:lvl7pPr marL="3200400" lvl="6" indent="-304800">
              <a:lnSpc>
                <a:spcPct val="100000"/>
              </a:lnSpc>
              <a:spcBef>
                <a:spcPts val="0"/>
              </a:spcBef>
              <a:spcAft>
                <a:spcPts val="0"/>
              </a:spcAft>
              <a:buClr>
                <a:schemeClr val="accent2"/>
              </a:buClr>
              <a:buSzPts val="1200"/>
              <a:buFont typeface="Montserrat Medium"/>
              <a:buChar char="●"/>
              <a:defRPr sz="1200">
                <a:solidFill>
                  <a:schemeClr val="accent2"/>
                </a:solidFill>
                <a:latin typeface="Montserrat Medium"/>
                <a:ea typeface="Montserrat Medium"/>
                <a:cs typeface="Montserrat Medium"/>
                <a:sym typeface="Montserrat Medium"/>
              </a:defRPr>
            </a:lvl7pPr>
            <a:lvl8pPr marL="3657600" lvl="7" indent="-304800">
              <a:lnSpc>
                <a:spcPct val="100000"/>
              </a:lnSpc>
              <a:spcBef>
                <a:spcPts val="0"/>
              </a:spcBef>
              <a:spcAft>
                <a:spcPts val="0"/>
              </a:spcAft>
              <a:buClr>
                <a:schemeClr val="accent2"/>
              </a:buClr>
              <a:buSzPts val="1200"/>
              <a:buFont typeface="Montserrat Medium"/>
              <a:buChar char="○"/>
              <a:defRPr sz="1200">
                <a:solidFill>
                  <a:schemeClr val="accent2"/>
                </a:solidFill>
                <a:latin typeface="Montserrat Medium"/>
                <a:ea typeface="Montserrat Medium"/>
                <a:cs typeface="Montserrat Medium"/>
                <a:sym typeface="Montserrat Medium"/>
              </a:defRPr>
            </a:lvl8pPr>
            <a:lvl9pPr marL="4114800" lvl="8" indent="-304800">
              <a:lnSpc>
                <a:spcPct val="100000"/>
              </a:lnSpc>
              <a:spcBef>
                <a:spcPts val="0"/>
              </a:spcBef>
              <a:spcAft>
                <a:spcPts val="0"/>
              </a:spcAft>
              <a:buClr>
                <a:schemeClr val="accent2"/>
              </a:buClr>
              <a:buSzPts val="1200"/>
              <a:buFont typeface="Montserrat Medium"/>
              <a:buChar char="■"/>
              <a:defRPr sz="1200">
                <a:solidFill>
                  <a:schemeClr val="accent2"/>
                </a:solidFill>
                <a:latin typeface="Montserrat Medium"/>
                <a:ea typeface="Montserrat Medium"/>
                <a:cs typeface="Montserrat Medium"/>
                <a:sym typeface="Montserrat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5"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29"/>
          <p:cNvSpPr txBox="1">
            <a:spLocks noGrp="1"/>
          </p:cNvSpPr>
          <p:nvPr>
            <p:ph type="ctrTitle"/>
          </p:nvPr>
        </p:nvSpPr>
        <p:spPr>
          <a:xfrm>
            <a:off x="1019625" y="1688700"/>
            <a:ext cx="4354200" cy="176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dirty="0"/>
              <a:t>Social Media Analysis</a:t>
            </a:r>
            <a:endParaRPr sz="4400" dirty="0"/>
          </a:p>
        </p:txBody>
      </p:sp>
      <p:sp>
        <p:nvSpPr>
          <p:cNvPr id="615" name="Google Shape;615;p29"/>
          <p:cNvSpPr txBox="1">
            <a:spLocks noGrp="1"/>
          </p:cNvSpPr>
          <p:nvPr>
            <p:ph type="subTitle" idx="1"/>
          </p:nvPr>
        </p:nvSpPr>
        <p:spPr>
          <a:xfrm>
            <a:off x="5657676" y="2571750"/>
            <a:ext cx="2433600" cy="66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 dirty="0"/>
              <a:t>Ayush Mishra</a:t>
            </a:r>
          </a:p>
          <a:p>
            <a:pPr marL="0" lvl="0" indent="0" algn="l" rtl="0">
              <a:spcBef>
                <a:spcPts val="0"/>
              </a:spcBef>
              <a:spcAft>
                <a:spcPts val="0"/>
              </a:spcAft>
            </a:pPr>
            <a:r>
              <a:rPr lang="en" dirty="0"/>
              <a:t>28/06/2026</a:t>
            </a:r>
            <a:endParaRPr dirty="0"/>
          </a:p>
        </p:txBody>
      </p:sp>
      <p:grpSp>
        <p:nvGrpSpPr>
          <p:cNvPr id="616" name="Google Shape;616;p29"/>
          <p:cNvGrpSpPr/>
          <p:nvPr/>
        </p:nvGrpSpPr>
        <p:grpSpPr>
          <a:xfrm>
            <a:off x="-10" y="-19"/>
            <a:ext cx="1582985" cy="1591123"/>
            <a:chOff x="238125" y="381800"/>
            <a:chExt cx="1560975" cy="1569000"/>
          </a:xfrm>
        </p:grpSpPr>
        <p:sp>
          <p:nvSpPr>
            <p:cNvPr id="617" name="Google Shape;617;p29"/>
            <p:cNvSpPr/>
            <p:nvPr/>
          </p:nvSpPr>
          <p:spPr>
            <a:xfrm>
              <a:off x="238125" y="381800"/>
              <a:ext cx="1560975" cy="1569000"/>
            </a:xfrm>
            <a:custGeom>
              <a:avLst/>
              <a:gdLst/>
              <a:ahLst/>
              <a:cxnLst/>
              <a:rect l="l" t="t" r="r" b="b"/>
              <a:pathLst>
                <a:path w="62439" h="62760" extrusionOk="0">
                  <a:moveTo>
                    <a:pt x="62142" y="1"/>
                  </a:moveTo>
                  <a:lnTo>
                    <a:pt x="62142" y="322"/>
                  </a:lnTo>
                  <a:cubicBezTo>
                    <a:pt x="62142" y="34565"/>
                    <a:pt x="34268" y="62439"/>
                    <a:pt x="0" y="62439"/>
                  </a:cubicBezTo>
                  <a:lnTo>
                    <a:pt x="0" y="62760"/>
                  </a:lnTo>
                  <a:cubicBezTo>
                    <a:pt x="34466" y="62760"/>
                    <a:pt x="62438" y="34664"/>
                    <a:pt x="62438" y="322"/>
                  </a:cubicBezTo>
                  <a:lnTo>
                    <a:pt x="6243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9"/>
            <p:cNvSpPr/>
            <p:nvPr/>
          </p:nvSpPr>
          <p:spPr>
            <a:xfrm>
              <a:off x="238125" y="381800"/>
              <a:ext cx="1288775" cy="1296200"/>
            </a:xfrm>
            <a:custGeom>
              <a:avLst/>
              <a:gdLst/>
              <a:ahLst/>
              <a:cxnLst/>
              <a:rect l="l" t="t" r="r" b="b"/>
              <a:pathLst>
                <a:path w="51551" h="51848" extrusionOk="0">
                  <a:moveTo>
                    <a:pt x="51230" y="1"/>
                  </a:moveTo>
                  <a:lnTo>
                    <a:pt x="51230" y="322"/>
                  </a:lnTo>
                  <a:cubicBezTo>
                    <a:pt x="51230" y="28492"/>
                    <a:pt x="28294" y="51452"/>
                    <a:pt x="0" y="51551"/>
                  </a:cubicBezTo>
                  <a:lnTo>
                    <a:pt x="0" y="51847"/>
                  </a:lnTo>
                  <a:cubicBezTo>
                    <a:pt x="28392" y="51749"/>
                    <a:pt x="51551" y="28714"/>
                    <a:pt x="51551" y="322"/>
                  </a:cubicBezTo>
                  <a:lnTo>
                    <a:pt x="515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9"/>
            <p:cNvSpPr/>
            <p:nvPr/>
          </p:nvSpPr>
          <p:spPr>
            <a:xfrm>
              <a:off x="238125" y="381800"/>
              <a:ext cx="1013500" cy="1020925"/>
            </a:xfrm>
            <a:custGeom>
              <a:avLst/>
              <a:gdLst/>
              <a:ahLst/>
              <a:cxnLst/>
              <a:rect l="l" t="t" r="r" b="b"/>
              <a:pathLst>
                <a:path w="40540" h="40837" extrusionOk="0">
                  <a:moveTo>
                    <a:pt x="40218" y="1"/>
                  </a:moveTo>
                  <a:lnTo>
                    <a:pt x="40218" y="322"/>
                  </a:lnTo>
                  <a:cubicBezTo>
                    <a:pt x="40218" y="22542"/>
                    <a:pt x="22220" y="40540"/>
                    <a:pt x="0" y="40540"/>
                  </a:cubicBezTo>
                  <a:lnTo>
                    <a:pt x="0" y="40836"/>
                  </a:lnTo>
                  <a:cubicBezTo>
                    <a:pt x="22418" y="40836"/>
                    <a:pt x="40539" y="22640"/>
                    <a:pt x="40539" y="322"/>
                  </a:cubicBezTo>
                  <a:lnTo>
                    <a:pt x="4053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9"/>
            <p:cNvSpPr/>
            <p:nvPr/>
          </p:nvSpPr>
          <p:spPr>
            <a:xfrm>
              <a:off x="238125" y="381800"/>
              <a:ext cx="740675" cy="748725"/>
            </a:xfrm>
            <a:custGeom>
              <a:avLst/>
              <a:gdLst/>
              <a:ahLst/>
              <a:cxnLst/>
              <a:rect l="l" t="t" r="r" b="b"/>
              <a:pathLst>
                <a:path w="29627" h="29949" extrusionOk="0">
                  <a:moveTo>
                    <a:pt x="29330" y="1"/>
                  </a:moveTo>
                  <a:lnTo>
                    <a:pt x="29330" y="322"/>
                  </a:lnTo>
                  <a:cubicBezTo>
                    <a:pt x="29330" y="16468"/>
                    <a:pt x="16147" y="29627"/>
                    <a:pt x="0" y="29627"/>
                  </a:cubicBezTo>
                  <a:lnTo>
                    <a:pt x="0" y="29948"/>
                  </a:lnTo>
                  <a:cubicBezTo>
                    <a:pt x="16369" y="29948"/>
                    <a:pt x="29627" y="16567"/>
                    <a:pt x="29627" y="322"/>
                  </a:cubicBezTo>
                  <a:lnTo>
                    <a:pt x="2962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9"/>
            <p:cNvSpPr/>
            <p:nvPr/>
          </p:nvSpPr>
          <p:spPr>
            <a:xfrm>
              <a:off x="238125" y="381800"/>
              <a:ext cx="467875" cy="475900"/>
            </a:xfrm>
            <a:custGeom>
              <a:avLst/>
              <a:gdLst/>
              <a:ahLst/>
              <a:cxnLst/>
              <a:rect l="l" t="t" r="r" b="b"/>
              <a:pathLst>
                <a:path w="18715" h="19036" extrusionOk="0">
                  <a:moveTo>
                    <a:pt x="18418" y="1"/>
                  </a:moveTo>
                  <a:lnTo>
                    <a:pt x="18418" y="322"/>
                  </a:lnTo>
                  <a:cubicBezTo>
                    <a:pt x="18418" y="10395"/>
                    <a:pt x="10197" y="18616"/>
                    <a:pt x="0" y="18740"/>
                  </a:cubicBezTo>
                  <a:lnTo>
                    <a:pt x="0" y="19036"/>
                  </a:lnTo>
                  <a:cubicBezTo>
                    <a:pt x="10295" y="18937"/>
                    <a:pt x="18714" y="10592"/>
                    <a:pt x="18714" y="322"/>
                  </a:cubicBezTo>
                  <a:lnTo>
                    <a:pt x="187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9"/>
            <p:cNvSpPr/>
            <p:nvPr/>
          </p:nvSpPr>
          <p:spPr>
            <a:xfrm>
              <a:off x="238125" y="381800"/>
              <a:ext cx="193200" cy="200625"/>
            </a:xfrm>
            <a:custGeom>
              <a:avLst/>
              <a:gdLst/>
              <a:ahLst/>
              <a:cxnLst/>
              <a:rect l="l" t="t" r="r" b="b"/>
              <a:pathLst>
                <a:path w="7728" h="8025" extrusionOk="0">
                  <a:moveTo>
                    <a:pt x="7407" y="1"/>
                  </a:moveTo>
                  <a:lnTo>
                    <a:pt x="7407" y="322"/>
                  </a:lnTo>
                  <a:cubicBezTo>
                    <a:pt x="7407" y="4420"/>
                    <a:pt x="4123" y="7728"/>
                    <a:pt x="0" y="7728"/>
                  </a:cubicBezTo>
                  <a:lnTo>
                    <a:pt x="0" y="8025"/>
                  </a:lnTo>
                  <a:cubicBezTo>
                    <a:pt x="4321" y="8025"/>
                    <a:pt x="7728" y="4544"/>
                    <a:pt x="7728" y="322"/>
                  </a:cubicBezTo>
                  <a:lnTo>
                    <a:pt x="772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 name="Google Shape;623;p29"/>
          <p:cNvGrpSpPr/>
          <p:nvPr/>
        </p:nvGrpSpPr>
        <p:grpSpPr>
          <a:xfrm>
            <a:off x="7629937" y="3803592"/>
            <a:ext cx="1858387" cy="1858387"/>
            <a:chOff x="6183825" y="667575"/>
            <a:chExt cx="1185725" cy="1185725"/>
          </a:xfrm>
        </p:grpSpPr>
        <p:sp>
          <p:nvSpPr>
            <p:cNvPr id="624" name="Google Shape;624;p29"/>
            <p:cNvSpPr/>
            <p:nvPr/>
          </p:nvSpPr>
          <p:spPr>
            <a:xfrm>
              <a:off x="6183825" y="667575"/>
              <a:ext cx="1185725" cy="1185725"/>
            </a:xfrm>
            <a:custGeom>
              <a:avLst/>
              <a:gdLst/>
              <a:ahLst/>
              <a:cxnLst/>
              <a:rect l="l" t="t" r="r" b="b"/>
              <a:pathLst>
                <a:path w="47429" h="47429" extrusionOk="0">
                  <a:moveTo>
                    <a:pt x="23776" y="297"/>
                  </a:moveTo>
                  <a:cubicBezTo>
                    <a:pt x="36639" y="297"/>
                    <a:pt x="47132" y="10790"/>
                    <a:pt x="47132" y="23653"/>
                  </a:cubicBezTo>
                  <a:cubicBezTo>
                    <a:pt x="47132" y="36614"/>
                    <a:pt x="36639" y="47107"/>
                    <a:pt x="23776" y="47107"/>
                  </a:cubicBezTo>
                  <a:cubicBezTo>
                    <a:pt x="10815" y="47107"/>
                    <a:pt x="322" y="36614"/>
                    <a:pt x="322" y="23653"/>
                  </a:cubicBezTo>
                  <a:cubicBezTo>
                    <a:pt x="322" y="10790"/>
                    <a:pt x="10815" y="297"/>
                    <a:pt x="23776" y="297"/>
                  </a:cubicBezTo>
                  <a:close/>
                  <a:moveTo>
                    <a:pt x="23776" y="1"/>
                  </a:moveTo>
                  <a:cubicBezTo>
                    <a:pt x="10617" y="1"/>
                    <a:pt x="1" y="10592"/>
                    <a:pt x="1" y="23653"/>
                  </a:cubicBezTo>
                  <a:cubicBezTo>
                    <a:pt x="1" y="36812"/>
                    <a:pt x="10617" y="47428"/>
                    <a:pt x="23776" y="47428"/>
                  </a:cubicBezTo>
                  <a:cubicBezTo>
                    <a:pt x="36837" y="47428"/>
                    <a:pt x="47428" y="36812"/>
                    <a:pt x="47428" y="23653"/>
                  </a:cubicBezTo>
                  <a:cubicBezTo>
                    <a:pt x="47428" y="10592"/>
                    <a:pt x="36837" y="1"/>
                    <a:pt x="237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9"/>
            <p:cNvSpPr/>
            <p:nvPr/>
          </p:nvSpPr>
          <p:spPr>
            <a:xfrm>
              <a:off x="6286900" y="770050"/>
              <a:ext cx="980175" cy="980175"/>
            </a:xfrm>
            <a:custGeom>
              <a:avLst/>
              <a:gdLst/>
              <a:ahLst/>
              <a:cxnLst/>
              <a:rect l="l" t="t" r="r" b="b"/>
              <a:pathLst>
                <a:path w="39207" h="39207" extrusionOk="0">
                  <a:moveTo>
                    <a:pt x="19653" y="321"/>
                  </a:moveTo>
                  <a:cubicBezTo>
                    <a:pt x="30245" y="321"/>
                    <a:pt x="38886" y="8962"/>
                    <a:pt x="38886" y="19554"/>
                  </a:cubicBezTo>
                  <a:cubicBezTo>
                    <a:pt x="38886" y="30244"/>
                    <a:pt x="30245" y="38885"/>
                    <a:pt x="19653" y="38885"/>
                  </a:cubicBezTo>
                  <a:cubicBezTo>
                    <a:pt x="8963" y="38885"/>
                    <a:pt x="322" y="30244"/>
                    <a:pt x="322" y="19554"/>
                  </a:cubicBezTo>
                  <a:cubicBezTo>
                    <a:pt x="322" y="8962"/>
                    <a:pt x="8963" y="321"/>
                    <a:pt x="19653" y="321"/>
                  </a:cubicBezTo>
                  <a:close/>
                  <a:moveTo>
                    <a:pt x="19653" y="0"/>
                  </a:moveTo>
                  <a:cubicBezTo>
                    <a:pt x="8839" y="0"/>
                    <a:pt x="1" y="8863"/>
                    <a:pt x="1" y="19554"/>
                  </a:cubicBezTo>
                  <a:cubicBezTo>
                    <a:pt x="1" y="30367"/>
                    <a:pt x="8839" y="39206"/>
                    <a:pt x="19653" y="39206"/>
                  </a:cubicBezTo>
                  <a:cubicBezTo>
                    <a:pt x="30344" y="39206"/>
                    <a:pt x="39207" y="30367"/>
                    <a:pt x="39207" y="19554"/>
                  </a:cubicBezTo>
                  <a:cubicBezTo>
                    <a:pt x="39207" y="8863"/>
                    <a:pt x="30344" y="0"/>
                    <a:pt x="196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9"/>
            <p:cNvSpPr/>
            <p:nvPr/>
          </p:nvSpPr>
          <p:spPr>
            <a:xfrm>
              <a:off x="6389975" y="873125"/>
              <a:ext cx="774025" cy="774025"/>
            </a:xfrm>
            <a:custGeom>
              <a:avLst/>
              <a:gdLst/>
              <a:ahLst/>
              <a:cxnLst/>
              <a:rect l="l" t="t" r="r" b="b"/>
              <a:pathLst>
                <a:path w="30961" h="30961" extrusionOk="0">
                  <a:moveTo>
                    <a:pt x="15530" y="321"/>
                  </a:moveTo>
                  <a:cubicBezTo>
                    <a:pt x="23850" y="321"/>
                    <a:pt x="30640" y="7111"/>
                    <a:pt x="30640" y="15431"/>
                  </a:cubicBezTo>
                  <a:cubicBezTo>
                    <a:pt x="30640" y="23874"/>
                    <a:pt x="23850" y="30664"/>
                    <a:pt x="15530" y="30664"/>
                  </a:cubicBezTo>
                  <a:cubicBezTo>
                    <a:pt x="7087" y="30664"/>
                    <a:pt x="297" y="23874"/>
                    <a:pt x="297" y="15431"/>
                  </a:cubicBezTo>
                  <a:cubicBezTo>
                    <a:pt x="297" y="7111"/>
                    <a:pt x="7087" y="321"/>
                    <a:pt x="15530" y="321"/>
                  </a:cubicBezTo>
                  <a:close/>
                  <a:moveTo>
                    <a:pt x="15530" y="0"/>
                  </a:moveTo>
                  <a:cubicBezTo>
                    <a:pt x="6988" y="0"/>
                    <a:pt x="1" y="6987"/>
                    <a:pt x="1" y="15431"/>
                  </a:cubicBezTo>
                  <a:cubicBezTo>
                    <a:pt x="1" y="23973"/>
                    <a:pt x="6988" y="30960"/>
                    <a:pt x="15530" y="30960"/>
                  </a:cubicBezTo>
                  <a:cubicBezTo>
                    <a:pt x="23974" y="30960"/>
                    <a:pt x="30961" y="23973"/>
                    <a:pt x="30961" y="15431"/>
                  </a:cubicBezTo>
                  <a:cubicBezTo>
                    <a:pt x="30961" y="6987"/>
                    <a:pt x="23974" y="0"/>
                    <a:pt x="155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9"/>
            <p:cNvSpPr/>
            <p:nvPr/>
          </p:nvSpPr>
          <p:spPr>
            <a:xfrm>
              <a:off x="6495525" y="978650"/>
              <a:ext cx="562925" cy="562950"/>
            </a:xfrm>
            <a:custGeom>
              <a:avLst/>
              <a:gdLst/>
              <a:ahLst/>
              <a:cxnLst/>
              <a:rect l="l" t="t" r="r" b="b"/>
              <a:pathLst>
                <a:path w="22517" h="22518" extrusionOk="0">
                  <a:moveTo>
                    <a:pt x="11308" y="198"/>
                  </a:moveTo>
                  <a:cubicBezTo>
                    <a:pt x="17382" y="198"/>
                    <a:pt x="22319" y="5136"/>
                    <a:pt x="22319" y="11210"/>
                  </a:cubicBezTo>
                  <a:cubicBezTo>
                    <a:pt x="22319" y="17382"/>
                    <a:pt x="17382" y="22320"/>
                    <a:pt x="11308" y="22320"/>
                  </a:cubicBezTo>
                  <a:cubicBezTo>
                    <a:pt x="5235" y="22320"/>
                    <a:pt x="297" y="17382"/>
                    <a:pt x="297" y="11210"/>
                  </a:cubicBezTo>
                  <a:cubicBezTo>
                    <a:pt x="297" y="5136"/>
                    <a:pt x="5235" y="198"/>
                    <a:pt x="11308" y="198"/>
                  </a:cubicBezTo>
                  <a:close/>
                  <a:moveTo>
                    <a:pt x="11308" y="1"/>
                  </a:moveTo>
                  <a:cubicBezTo>
                    <a:pt x="5037" y="1"/>
                    <a:pt x="1" y="5037"/>
                    <a:pt x="1" y="11210"/>
                  </a:cubicBezTo>
                  <a:cubicBezTo>
                    <a:pt x="1" y="17481"/>
                    <a:pt x="5037" y="22517"/>
                    <a:pt x="11308" y="22517"/>
                  </a:cubicBezTo>
                  <a:cubicBezTo>
                    <a:pt x="17480" y="22517"/>
                    <a:pt x="22517" y="17481"/>
                    <a:pt x="22517" y="11210"/>
                  </a:cubicBezTo>
                  <a:cubicBezTo>
                    <a:pt x="22517" y="5037"/>
                    <a:pt x="17480" y="1"/>
                    <a:pt x="113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9"/>
            <p:cNvSpPr/>
            <p:nvPr/>
          </p:nvSpPr>
          <p:spPr>
            <a:xfrm>
              <a:off x="6598000" y="1081725"/>
              <a:ext cx="357375" cy="357400"/>
            </a:xfrm>
            <a:custGeom>
              <a:avLst/>
              <a:gdLst/>
              <a:ahLst/>
              <a:cxnLst/>
              <a:rect l="l" t="t" r="r" b="b"/>
              <a:pathLst>
                <a:path w="14295" h="14296" extrusionOk="0">
                  <a:moveTo>
                    <a:pt x="7209" y="297"/>
                  </a:moveTo>
                  <a:cubicBezTo>
                    <a:pt x="10913" y="297"/>
                    <a:pt x="13999" y="3383"/>
                    <a:pt x="13999" y="7087"/>
                  </a:cubicBezTo>
                  <a:cubicBezTo>
                    <a:pt x="13999" y="10889"/>
                    <a:pt x="10913" y="13975"/>
                    <a:pt x="7209" y="13975"/>
                  </a:cubicBezTo>
                  <a:cubicBezTo>
                    <a:pt x="3407" y="13975"/>
                    <a:pt x="321" y="10889"/>
                    <a:pt x="321" y="7087"/>
                  </a:cubicBezTo>
                  <a:cubicBezTo>
                    <a:pt x="321" y="3383"/>
                    <a:pt x="3407" y="297"/>
                    <a:pt x="7209" y="297"/>
                  </a:cubicBezTo>
                  <a:close/>
                  <a:moveTo>
                    <a:pt x="7209" y="1"/>
                  </a:moveTo>
                  <a:cubicBezTo>
                    <a:pt x="3185" y="1"/>
                    <a:pt x="0" y="3186"/>
                    <a:pt x="0" y="7087"/>
                  </a:cubicBezTo>
                  <a:cubicBezTo>
                    <a:pt x="0" y="11111"/>
                    <a:pt x="3185" y="14296"/>
                    <a:pt x="7209" y="14296"/>
                  </a:cubicBezTo>
                  <a:cubicBezTo>
                    <a:pt x="11110" y="14296"/>
                    <a:pt x="14295" y="11111"/>
                    <a:pt x="14295" y="7087"/>
                  </a:cubicBezTo>
                  <a:cubicBezTo>
                    <a:pt x="14295" y="3186"/>
                    <a:pt x="11110" y="1"/>
                    <a:pt x="72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9"/>
            <p:cNvSpPr/>
            <p:nvPr/>
          </p:nvSpPr>
          <p:spPr>
            <a:xfrm>
              <a:off x="6701075" y="1184200"/>
              <a:ext cx="151850" cy="151850"/>
            </a:xfrm>
            <a:custGeom>
              <a:avLst/>
              <a:gdLst/>
              <a:ahLst/>
              <a:cxnLst/>
              <a:rect l="l" t="t" r="r" b="b"/>
              <a:pathLst>
                <a:path w="6074" h="6074" extrusionOk="0">
                  <a:moveTo>
                    <a:pt x="3086" y="321"/>
                  </a:moveTo>
                  <a:cubicBezTo>
                    <a:pt x="4518" y="321"/>
                    <a:pt x="5753" y="1556"/>
                    <a:pt x="5753" y="2988"/>
                  </a:cubicBezTo>
                  <a:cubicBezTo>
                    <a:pt x="5753" y="4543"/>
                    <a:pt x="4518" y="5778"/>
                    <a:pt x="3086" y="5778"/>
                  </a:cubicBezTo>
                  <a:cubicBezTo>
                    <a:pt x="1531" y="5778"/>
                    <a:pt x="296" y="4543"/>
                    <a:pt x="296" y="2988"/>
                  </a:cubicBezTo>
                  <a:cubicBezTo>
                    <a:pt x="296" y="1556"/>
                    <a:pt x="1531" y="321"/>
                    <a:pt x="3086" y="321"/>
                  </a:cubicBezTo>
                  <a:close/>
                  <a:moveTo>
                    <a:pt x="3086" y="0"/>
                  </a:moveTo>
                  <a:cubicBezTo>
                    <a:pt x="1333" y="0"/>
                    <a:pt x="0" y="1334"/>
                    <a:pt x="0" y="2988"/>
                  </a:cubicBezTo>
                  <a:cubicBezTo>
                    <a:pt x="0" y="4741"/>
                    <a:pt x="1333" y="6074"/>
                    <a:pt x="3086" y="6074"/>
                  </a:cubicBezTo>
                  <a:cubicBezTo>
                    <a:pt x="4740" y="6074"/>
                    <a:pt x="6074" y="4741"/>
                    <a:pt x="6074" y="2988"/>
                  </a:cubicBezTo>
                  <a:cubicBezTo>
                    <a:pt x="6074" y="1334"/>
                    <a:pt x="4740" y="0"/>
                    <a:pt x="30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0" name="Google Shape;630;p29"/>
          <p:cNvSpPr/>
          <p:nvPr/>
        </p:nvSpPr>
        <p:spPr>
          <a:xfrm rot="5400000">
            <a:off x="2097975" y="3630700"/>
            <a:ext cx="182097" cy="905048"/>
          </a:xfrm>
          <a:custGeom>
            <a:avLst/>
            <a:gdLst/>
            <a:ahLst/>
            <a:cxnLst/>
            <a:rect l="l" t="t" r="r" b="b"/>
            <a:pathLst>
              <a:path w="4322" h="21481" extrusionOk="0">
                <a:moveTo>
                  <a:pt x="4000" y="1"/>
                </a:moveTo>
                <a:cubicBezTo>
                  <a:pt x="4000" y="1334"/>
                  <a:pt x="3087" y="1951"/>
                  <a:pt x="2050" y="2569"/>
                </a:cubicBezTo>
                <a:cubicBezTo>
                  <a:pt x="1013" y="3285"/>
                  <a:pt x="1" y="4001"/>
                  <a:pt x="1" y="5433"/>
                </a:cubicBezTo>
                <a:cubicBezTo>
                  <a:pt x="1" y="6790"/>
                  <a:pt x="1013" y="7506"/>
                  <a:pt x="2050" y="8222"/>
                </a:cubicBezTo>
                <a:cubicBezTo>
                  <a:pt x="3087" y="8840"/>
                  <a:pt x="4000" y="9457"/>
                  <a:pt x="4000" y="10790"/>
                </a:cubicBezTo>
                <a:cubicBezTo>
                  <a:pt x="4000" y="12024"/>
                  <a:pt x="3087" y="12642"/>
                  <a:pt x="2050" y="13259"/>
                </a:cubicBezTo>
                <a:cubicBezTo>
                  <a:pt x="1013" y="13975"/>
                  <a:pt x="1" y="14691"/>
                  <a:pt x="1" y="16147"/>
                </a:cubicBezTo>
                <a:cubicBezTo>
                  <a:pt x="1" y="17579"/>
                  <a:pt x="1013" y="18295"/>
                  <a:pt x="2050" y="18913"/>
                </a:cubicBezTo>
                <a:cubicBezTo>
                  <a:pt x="3087" y="19629"/>
                  <a:pt x="4000" y="20246"/>
                  <a:pt x="4000" y="21480"/>
                </a:cubicBezTo>
                <a:lnTo>
                  <a:pt x="4321" y="21480"/>
                </a:lnTo>
                <a:cubicBezTo>
                  <a:pt x="4321" y="20048"/>
                  <a:pt x="3284" y="19332"/>
                  <a:pt x="2248" y="18715"/>
                </a:cubicBezTo>
                <a:cubicBezTo>
                  <a:pt x="1235" y="17999"/>
                  <a:pt x="297" y="17382"/>
                  <a:pt x="297" y="16147"/>
                </a:cubicBezTo>
                <a:cubicBezTo>
                  <a:pt x="297" y="14913"/>
                  <a:pt x="1235" y="14296"/>
                  <a:pt x="2248" y="13580"/>
                </a:cubicBezTo>
                <a:cubicBezTo>
                  <a:pt x="3284" y="12839"/>
                  <a:pt x="4321" y="12222"/>
                  <a:pt x="4321" y="10790"/>
                </a:cubicBezTo>
                <a:cubicBezTo>
                  <a:pt x="4321" y="9358"/>
                  <a:pt x="3284" y="8642"/>
                  <a:pt x="2248" y="7901"/>
                </a:cubicBezTo>
                <a:cubicBezTo>
                  <a:pt x="1235" y="7284"/>
                  <a:pt x="297" y="6667"/>
                  <a:pt x="297" y="5433"/>
                </a:cubicBezTo>
                <a:cubicBezTo>
                  <a:pt x="297" y="4099"/>
                  <a:pt x="1235" y="3482"/>
                  <a:pt x="2248" y="2865"/>
                </a:cubicBezTo>
                <a:cubicBezTo>
                  <a:pt x="3284" y="2149"/>
                  <a:pt x="4321" y="1433"/>
                  <a:pt x="43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1" name="Google Shape;631;p29"/>
          <p:cNvCxnSpPr>
            <a:cxnSpLocks/>
          </p:cNvCxnSpPr>
          <p:nvPr/>
        </p:nvCxnSpPr>
        <p:spPr>
          <a:xfrm>
            <a:off x="5515750" y="1865675"/>
            <a:ext cx="0" cy="1937917"/>
          </a:xfrm>
          <a:prstGeom prst="straightConnector1">
            <a:avLst/>
          </a:prstGeom>
          <a:noFill/>
          <a:ln w="9525" cap="flat" cmpd="sng">
            <a:solidFill>
              <a:schemeClr val="accent2"/>
            </a:solidFill>
            <a:prstDash val="solid"/>
            <a:round/>
            <a:headEnd type="none" w="med" len="med"/>
            <a:tailEnd type="none" w="med" len="med"/>
          </a:ln>
        </p:spPr>
      </p:cxnSp>
      <p:sp>
        <p:nvSpPr>
          <p:cNvPr id="632" name="Google Shape;632;p29"/>
          <p:cNvSpPr/>
          <p:nvPr/>
        </p:nvSpPr>
        <p:spPr>
          <a:xfrm>
            <a:off x="4444850" y="945700"/>
            <a:ext cx="254300" cy="254950"/>
          </a:xfrm>
          <a:custGeom>
            <a:avLst/>
            <a:gdLst/>
            <a:ahLst/>
            <a:cxnLst/>
            <a:rect l="l" t="t" r="r" b="b"/>
            <a:pathLst>
              <a:path w="10172" h="10198" extrusionOk="0">
                <a:moveTo>
                  <a:pt x="5135" y="2988"/>
                </a:moveTo>
                <a:cubicBezTo>
                  <a:pt x="6271" y="2988"/>
                  <a:pt x="7209" y="3926"/>
                  <a:pt x="7209" y="5062"/>
                </a:cubicBezTo>
                <a:cubicBezTo>
                  <a:pt x="7209" y="6173"/>
                  <a:pt x="6271" y="7111"/>
                  <a:pt x="5135" y="7111"/>
                </a:cubicBezTo>
                <a:cubicBezTo>
                  <a:pt x="4000" y="7111"/>
                  <a:pt x="3086" y="6173"/>
                  <a:pt x="3086" y="5062"/>
                </a:cubicBezTo>
                <a:cubicBezTo>
                  <a:pt x="3086" y="3926"/>
                  <a:pt x="4000" y="2988"/>
                  <a:pt x="5135" y="2988"/>
                </a:cubicBezTo>
                <a:close/>
                <a:moveTo>
                  <a:pt x="5135" y="0"/>
                </a:moveTo>
                <a:cubicBezTo>
                  <a:pt x="2370" y="0"/>
                  <a:pt x="0" y="2272"/>
                  <a:pt x="0" y="5062"/>
                </a:cubicBezTo>
                <a:cubicBezTo>
                  <a:pt x="0" y="7827"/>
                  <a:pt x="2370" y="10197"/>
                  <a:pt x="5135" y="10197"/>
                </a:cubicBezTo>
                <a:cubicBezTo>
                  <a:pt x="7925" y="10197"/>
                  <a:pt x="10172" y="7827"/>
                  <a:pt x="10172" y="5062"/>
                </a:cubicBezTo>
                <a:cubicBezTo>
                  <a:pt x="10172" y="2272"/>
                  <a:pt x="7925" y="0"/>
                  <a:pt x="51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pic>
        <p:nvPicPr>
          <p:cNvPr id="27" name="Picture 26">
            <a:extLst>
              <a:ext uri="{FF2B5EF4-FFF2-40B4-BE49-F238E27FC236}">
                <a16:creationId xmlns:a16="http://schemas.microsoft.com/office/drawing/2014/main" id="{E3D82852-5A85-E4BD-055F-45E9F07B2B5D}"/>
              </a:ext>
            </a:extLst>
          </p:cNvPr>
          <p:cNvPicPr>
            <a:picLocks noChangeAspect="1"/>
          </p:cNvPicPr>
          <p:nvPr/>
        </p:nvPicPr>
        <p:blipFill>
          <a:blip r:embed="rId3">
            <a:alphaModFix amt="35000"/>
          </a:blip>
          <a:stretch>
            <a:fillRect/>
          </a:stretch>
        </p:blipFill>
        <p:spPr>
          <a:xfrm>
            <a:off x="6829896" y="2315790"/>
            <a:ext cx="1665898" cy="2145588"/>
          </a:xfrm>
          <a:prstGeom prst="rect">
            <a:avLst/>
          </a:prstGeom>
        </p:spPr>
      </p:pic>
      <p:pic>
        <p:nvPicPr>
          <p:cNvPr id="6" name="Picture 5">
            <a:extLst>
              <a:ext uri="{FF2B5EF4-FFF2-40B4-BE49-F238E27FC236}">
                <a16:creationId xmlns:a16="http://schemas.microsoft.com/office/drawing/2014/main" id="{66314FB8-9FBC-4572-E1AC-35DAD8FD6EEA}"/>
              </a:ext>
            </a:extLst>
          </p:cNvPr>
          <p:cNvPicPr>
            <a:picLocks noChangeAspect="1"/>
          </p:cNvPicPr>
          <p:nvPr/>
        </p:nvPicPr>
        <p:blipFill>
          <a:blip r:embed="rId4">
            <a:alphaModFix amt="20000"/>
          </a:blip>
          <a:stretch>
            <a:fillRect/>
          </a:stretch>
        </p:blipFill>
        <p:spPr>
          <a:xfrm rot="1839968">
            <a:off x="361082" y="4141016"/>
            <a:ext cx="845912" cy="845912"/>
          </a:xfrm>
          <a:prstGeom prst="rect">
            <a:avLst/>
          </a:prstGeom>
        </p:spPr>
      </p:pic>
      <p:pic>
        <p:nvPicPr>
          <p:cNvPr id="10" name="Picture 9">
            <a:extLst>
              <a:ext uri="{FF2B5EF4-FFF2-40B4-BE49-F238E27FC236}">
                <a16:creationId xmlns:a16="http://schemas.microsoft.com/office/drawing/2014/main" id="{F1C43D2E-CDB6-7DF4-2079-A6D2038096C6}"/>
              </a:ext>
            </a:extLst>
          </p:cNvPr>
          <p:cNvPicPr>
            <a:picLocks noChangeAspect="1"/>
          </p:cNvPicPr>
          <p:nvPr/>
        </p:nvPicPr>
        <p:blipFill>
          <a:blip r:embed="rId4">
            <a:alphaModFix amt="5000"/>
          </a:blip>
          <a:stretch>
            <a:fillRect/>
          </a:stretch>
        </p:blipFill>
        <p:spPr>
          <a:xfrm rot="1888821">
            <a:off x="5436802" y="4231271"/>
            <a:ext cx="1316332" cy="1316332"/>
          </a:xfrm>
          <a:prstGeom prst="rect">
            <a:avLst/>
          </a:prstGeom>
        </p:spPr>
      </p:pic>
      <p:pic>
        <p:nvPicPr>
          <p:cNvPr id="14" name="Picture 13">
            <a:extLst>
              <a:ext uri="{FF2B5EF4-FFF2-40B4-BE49-F238E27FC236}">
                <a16:creationId xmlns:a16="http://schemas.microsoft.com/office/drawing/2014/main" id="{9BE2C4BF-C140-52EA-4921-CEC87926F328}"/>
              </a:ext>
            </a:extLst>
          </p:cNvPr>
          <p:cNvPicPr>
            <a:picLocks noChangeAspect="1"/>
          </p:cNvPicPr>
          <p:nvPr/>
        </p:nvPicPr>
        <p:blipFill>
          <a:blip r:embed="rId4">
            <a:alphaModFix amt="20000"/>
          </a:blip>
          <a:stretch>
            <a:fillRect/>
          </a:stretch>
        </p:blipFill>
        <p:spPr>
          <a:xfrm rot="19567800">
            <a:off x="8304794" y="48739"/>
            <a:ext cx="760664" cy="760664"/>
          </a:xfrm>
          <a:prstGeom prst="rect">
            <a:avLst/>
          </a:prstGeom>
        </p:spPr>
      </p:pic>
      <p:pic>
        <p:nvPicPr>
          <p:cNvPr id="8" name="Picture 7">
            <a:extLst>
              <a:ext uri="{FF2B5EF4-FFF2-40B4-BE49-F238E27FC236}">
                <a16:creationId xmlns:a16="http://schemas.microsoft.com/office/drawing/2014/main" id="{69AC8D56-979D-AB17-FE67-DD3416F11504}"/>
              </a:ext>
            </a:extLst>
          </p:cNvPr>
          <p:cNvPicPr>
            <a:picLocks noChangeAspect="1"/>
          </p:cNvPicPr>
          <p:nvPr/>
        </p:nvPicPr>
        <p:blipFill>
          <a:blip r:embed="rId4">
            <a:alphaModFix amt="5000"/>
          </a:blip>
          <a:stretch>
            <a:fillRect/>
          </a:stretch>
        </p:blipFill>
        <p:spPr>
          <a:xfrm>
            <a:off x="4778636" y="234828"/>
            <a:ext cx="1316332" cy="1316332"/>
          </a:xfrm>
          <a:prstGeom prst="rect">
            <a:avLst/>
          </a:prstGeom>
        </p:spPr>
      </p:pic>
      <p:pic>
        <p:nvPicPr>
          <p:cNvPr id="12" name="Picture 11">
            <a:extLst>
              <a:ext uri="{FF2B5EF4-FFF2-40B4-BE49-F238E27FC236}">
                <a16:creationId xmlns:a16="http://schemas.microsoft.com/office/drawing/2014/main" id="{35EDBDEB-6C79-A517-745B-D8EEC353B1D4}"/>
              </a:ext>
            </a:extLst>
          </p:cNvPr>
          <p:cNvPicPr>
            <a:picLocks noChangeAspect="1"/>
          </p:cNvPicPr>
          <p:nvPr/>
        </p:nvPicPr>
        <p:blipFill>
          <a:blip r:embed="rId4">
            <a:alphaModFix amt="5000"/>
          </a:blip>
          <a:stretch>
            <a:fillRect/>
          </a:stretch>
        </p:blipFill>
        <p:spPr>
          <a:xfrm rot="15316972">
            <a:off x="2711912" y="2173641"/>
            <a:ext cx="1316332" cy="1316332"/>
          </a:xfrm>
          <a:prstGeom prst="rect">
            <a:avLst/>
          </a:prstGeom>
        </p:spPr>
      </p:pic>
      <p:pic>
        <p:nvPicPr>
          <p:cNvPr id="4" name="Picture 3">
            <a:extLst>
              <a:ext uri="{FF2B5EF4-FFF2-40B4-BE49-F238E27FC236}">
                <a16:creationId xmlns:a16="http://schemas.microsoft.com/office/drawing/2014/main" id="{74AE6A8C-31EF-0439-13ED-5EA36F1F8903}"/>
              </a:ext>
            </a:extLst>
          </p:cNvPr>
          <p:cNvPicPr>
            <a:picLocks noChangeAspect="1"/>
          </p:cNvPicPr>
          <p:nvPr/>
        </p:nvPicPr>
        <p:blipFill>
          <a:blip r:embed="rId4">
            <a:alphaModFix amt="20000"/>
          </a:blip>
          <a:stretch>
            <a:fillRect/>
          </a:stretch>
        </p:blipFill>
        <p:spPr>
          <a:xfrm rot="19567800">
            <a:off x="1363888" y="281570"/>
            <a:ext cx="845912" cy="845912"/>
          </a:xfrm>
          <a:prstGeom prst="rect">
            <a:avLst/>
          </a:prstGeom>
        </p:spPr>
      </p:pic>
      <p:sp>
        <p:nvSpPr>
          <p:cNvPr id="637" name="Google Shape;637;p30"/>
          <p:cNvSpPr txBox="1">
            <a:spLocks noGrp="1"/>
          </p:cNvSpPr>
          <p:nvPr>
            <p:ph type="title"/>
          </p:nvPr>
        </p:nvSpPr>
        <p:spPr>
          <a:xfrm>
            <a:off x="855780" y="647841"/>
            <a:ext cx="3463639" cy="89823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u="sng" dirty="0">
                <a:latin typeface="Monsterat"/>
                <a:ea typeface="STFangsong" panose="02010600040101010101" pitchFamily="2" charset="-122"/>
                <a:cs typeface="Amatic SC" panose="00000500000000000000" pitchFamily="2" charset="-79"/>
              </a:rPr>
              <a:t>ABOUT INSTAGRAM</a:t>
            </a:r>
            <a:endParaRPr sz="2800" u="sng" dirty="0">
              <a:latin typeface="Monsterat"/>
              <a:ea typeface="STFangsong" panose="02010600040101010101" pitchFamily="2" charset="-122"/>
              <a:cs typeface="Amatic SC" panose="00000500000000000000" pitchFamily="2" charset="-79"/>
            </a:endParaRPr>
          </a:p>
        </p:txBody>
      </p:sp>
      <p:sp>
        <p:nvSpPr>
          <p:cNvPr id="3" name="Text Placeholder 2">
            <a:extLst>
              <a:ext uri="{FF2B5EF4-FFF2-40B4-BE49-F238E27FC236}">
                <a16:creationId xmlns:a16="http://schemas.microsoft.com/office/drawing/2014/main" id="{6CB75D31-4482-0766-78FA-801BC240A077}"/>
              </a:ext>
            </a:extLst>
          </p:cNvPr>
          <p:cNvSpPr>
            <a:spLocks noGrp="1"/>
          </p:cNvSpPr>
          <p:nvPr>
            <p:ph type="body" idx="1"/>
          </p:nvPr>
        </p:nvSpPr>
        <p:spPr>
          <a:xfrm>
            <a:off x="1311426" y="1773382"/>
            <a:ext cx="2977689" cy="1787317"/>
          </a:xfrm>
          <a:noFill/>
        </p:spPr>
        <p:txBody>
          <a:bodyPr/>
          <a:lstStyle/>
          <a:p>
            <a:pPr>
              <a:buFont typeface="+mj-lt"/>
              <a:buAutoNum type="arabicPeriod"/>
            </a:pPr>
            <a:r>
              <a:rPr lang="en-IN" sz="1300" b="1" dirty="0">
                <a:solidFill>
                  <a:schemeClr val="tx2">
                    <a:lumMod val="75000"/>
                  </a:schemeClr>
                </a:solidFill>
                <a:latin typeface="Bahnschrift" panose="020B0502040204020203" pitchFamily="34" charset="0"/>
              </a:rPr>
              <a:t>Instagram</a:t>
            </a:r>
            <a:r>
              <a:rPr lang="en-IN" sz="1300" dirty="0">
                <a:solidFill>
                  <a:srgbClr val="7030A0"/>
                </a:solidFill>
                <a:latin typeface="Bahnschrift" panose="020B0502040204020203" pitchFamily="34" charset="0"/>
              </a:rPr>
              <a:t> </a:t>
            </a:r>
            <a:r>
              <a:rPr lang="en-IN" sz="1300" dirty="0">
                <a:solidFill>
                  <a:schemeClr val="accent2">
                    <a:lumMod val="95000"/>
                  </a:schemeClr>
                </a:solidFill>
                <a:latin typeface="Bahnschrift" panose="020B0502040204020203" pitchFamily="34" charset="0"/>
              </a:rPr>
              <a:t>was originally a complex check-in app called </a:t>
            </a:r>
            <a:r>
              <a:rPr lang="en-IN" sz="1300" b="1" dirty="0">
                <a:solidFill>
                  <a:schemeClr val="accent2">
                    <a:lumMod val="95000"/>
                  </a:schemeClr>
                </a:solidFill>
                <a:latin typeface="Bahnschrift" panose="020B0502040204020203" pitchFamily="34" charset="0"/>
              </a:rPr>
              <a:t>Burbn</a:t>
            </a:r>
            <a:r>
              <a:rPr lang="en-IN" sz="1300" dirty="0">
                <a:solidFill>
                  <a:schemeClr val="accent2">
                    <a:lumMod val="95000"/>
                  </a:schemeClr>
                </a:solidFill>
                <a:latin typeface="Bahnschrift" panose="020B0502040204020203" pitchFamily="34" charset="0"/>
              </a:rPr>
              <a:t>, which included gaming elements and photo sharing, before the founders stripped away every single feature except the photos to launch Instagram.</a:t>
            </a:r>
          </a:p>
        </p:txBody>
      </p:sp>
      <p:sp>
        <p:nvSpPr>
          <p:cNvPr id="18" name="TextBox 17">
            <a:extLst>
              <a:ext uri="{FF2B5EF4-FFF2-40B4-BE49-F238E27FC236}">
                <a16:creationId xmlns:a16="http://schemas.microsoft.com/office/drawing/2014/main" id="{24EB074D-51D5-5EA9-583A-4181DF24F642}"/>
              </a:ext>
            </a:extLst>
          </p:cNvPr>
          <p:cNvSpPr txBox="1"/>
          <p:nvPr/>
        </p:nvSpPr>
        <p:spPr>
          <a:xfrm>
            <a:off x="4734180" y="2728898"/>
            <a:ext cx="2217420" cy="1892826"/>
          </a:xfrm>
          <a:prstGeom prst="rect">
            <a:avLst/>
          </a:prstGeom>
          <a:noFill/>
        </p:spPr>
        <p:txBody>
          <a:bodyPr wrap="square" rtlCol="0">
            <a:spAutoFit/>
          </a:bodyPr>
          <a:lstStyle/>
          <a:p>
            <a:pPr marL="228600" indent="-228600">
              <a:buClr>
                <a:schemeClr val="accent2">
                  <a:lumMod val="95000"/>
                </a:schemeClr>
              </a:buClr>
              <a:buFont typeface="+mj-lt"/>
              <a:buAutoNum type="arabicPeriod" startAt="2"/>
            </a:pPr>
            <a:r>
              <a:rPr lang="en-IN" sz="1300" dirty="0">
                <a:solidFill>
                  <a:schemeClr val="accent2">
                    <a:lumMod val="95000"/>
                  </a:schemeClr>
                </a:solidFill>
                <a:latin typeface="Bahnschrift" panose="020B0502040204020203" pitchFamily="34" charset="0"/>
              </a:rPr>
              <a:t>The most-liked image on the platform is </a:t>
            </a:r>
            <a:r>
              <a:rPr lang="en-IN" sz="1300" dirty="0">
                <a:solidFill>
                  <a:srgbClr val="00B0F0"/>
                </a:solidFill>
                <a:latin typeface="Bahnschrift" panose="020B0502040204020203" pitchFamily="34" charset="0"/>
              </a:rPr>
              <a:t>Lionel Messi </a:t>
            </a:r>
            <a:r>
              <a:rPr lang="en-IN" sz="1300" dirty="0">
                <a:solidFill>
                  <a:schemeClr val="accent2">
                    <a:lumMod val="95000"/>
                  </a:schemeClr>
                </a:solidFill>
                <a:latin typeface="Bahnschrift" panose="020B0502040204020203" pitchFamily="34" charset="0"/>
              </a:rPr>
              <a:t>celebrating his World Cup victory with Argentina. It shattered internet records by amassing over </a:t>
            </a:r>
            <a:r>
              <a:rPr lang="en-IN" sz="1300" b="1" dirty="0">
                <a:solidFill>
                  <a:srgbClr val="92D050"/>
                </a:solidFill>
                <a:latin typeface="Bahnschrift" panose="020B0502040204020203" pitchFamily="34" charset="0"/>
              </a:rPr>
              <a:t>75 million likes</a:t>
            </a:r>
            <a:r>
              <a:rPr lang="en-IN" sz="1300" dirty="0">
                <a:solidFill>
                  <a:srgbClr val="92D050"/>
                </a:solidFill>
                <a:latin typeface="Bahnschrift" panose="020B0502040204020203" pitchFamily="34" charset="0"/>
              </a:rPr>
              <a:t>.</a:t>
            </a:r>
          </a:p>
        </p:txBody>
      </p:sp>
      <p:pic>
        <p:nvPicPr>
          <p:cNvPr id="25" name="Picture 24">
            <a:extLst>
              <a:ext uri="{FF2B5EF4-FFF2-40B4-BE49-F238E27FC236}">
                <a16:creationId xmlns:a16="http://schemas.microsoft.com/office/drawing/2014/main" id="{7D0428EA-79E5-ABC2-2586-117898A610E0}"/>
              </a:ext>
            </a:extLst>
          </p:cNvPr>
          <p:cNvPicPr>
            <a:picLocks noChangeAspect="1"/>
          </p:cNvPicPr>
          <p:nvPr/>
        </p:nvPicPr>
        <p:blipFill>
          <a:blip r:embed="rId5">
            <a:alphaModFix amt="85000"/>
          </a:blip>
          <a:stretch>
            <a:fillRect/>
          </a:stretch>
        </p:blipFill>
        <p:spPr>
          <a:xfrm rot="19564034">
            <a:off x="393763" y="1592367"/>
            <a:ext cx="1446847" cy="1446847"/>
          </a:xfrm>
          <a:prstGeom prst="rect">
            <a:avLst/>
          </a:prstGeom>
        </p:spPr>
      </p:pic>
      <p:pic>
        <p:nvPicPr>
          <p:cNvPr id="31" name="Picture 30">
            <a:extLst>
              <a:ext uri="{FF2B5EF4-FFF2-40B4-BE49-F238E27FC236}">
                <a16:creationId xmlns:a16="http://schemas.microsoft.com/office/drawing/2014/main" id="{EC44E9F4-7B94-E9FB-B8A1-22868786FA8C}"/>
              </a:ext>
            </a:extLst>
          </p:cNvPr>
          <p:cNvPicPr>
            <a:picLocks noChangeAspect="1"/>
          </p:cNvPicPr>
          <p:nvPr/>
        </p:nvPicPr>
        <p:blipFill>
          <a:blip r:embed="rId6">
            <a:alphaModFix amt="85000"/>
          </a:blip>
          <a:stretch>
            <a:fillRect/>
          </a:stretch>
        </p:blipFill>
        <p:spPr>
          <a:xfrm>
            <a:off x="4319419" y="429071"/>
            <a:ext cx="1117383" cy="131633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p:pull/>
      </p:transition>
    </mc:Choice>
    <mc:Fallback xmlns="">
      <p:transition spd="slow">
        <p:pull/>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F0637-C64C-FFD6-6944-E1CE54D1606A}"/>
              </a:ext>
            </a:extLst>
          </p:cNvPr>
          <p:cNvSpPr>
            <a:spLocks noGrp="1"/>
          </p:cNvSpPr>
          <p:nvPr>
            <p:ph type="title"/>
          </p:nvPr>
        </p:nvSpPr>
        <p:spPr>
          <a:xfrm>
            <a:off x="898419" y="566295"/>
            <a:ext cx="6944605" cy="496788"/>
          </a:xfrm>
        </p:spPr>
        <p:txBody>
          <a:bodyPr/>
          <a:lstStyle/>
          <a:p>
            <a:r>
              <a:rPr lang="en-US" sz="2800" u="sng" dirty="0">
                <a:latin typeface="Monsterat"/>
              </a:rPr>
              <a:t>PROBLEM STATEMENT</a:t>
            </a:r>
            <a:endParaRPr lang="en-IN" sz="2800" u="sng" dirty="0">
              <a:latin typeface="Monsterat"/>
            </a:endParaRPr>
          </a:p>
        </p:txBody>
      </p:sp>
      <p:sp>
        <p:nvSpPr>
          <p:cNvPr id="3" name="Text Placeholder 2">
            <a:extLst>
              <a:ext uri="{FF2B5EF4-FFF2-40B4-BE49-F238E27FC236}">
                <a16:creationId xmlns:a16="http://schemas.microsoft.com/office/drawing/2014/main" id="{C8115878-0FB1-019E-A498-432E670709C5}"/>
              </a:ext>
            </a:extLst>
          </p:cNvPr>
          <p:cNvSpPr>
            <a:spLocks noGrp="1"/>
          </p:cNvSpPr>
          <p:nvPr>
            <p:ph type="body" idx="1"/>
          </p:nvPr>
        </p:nvSpPr>
        <p:spPr>
          <a:xfrm>
            <a:off x="720000" y="1933524"/>
            <a:ext cx="7704000" cy="1426896"/>
          </a:xfrm>
        </p:spPr>
        <p:txBody>
          <a:bodyPr/>
          <a:lstStyle/>
          <a:p>
            <a:r>
              <a:rPr lang="en-US" sz="1300" dirty="0">
                <a:solidFill>
                  <a:schemeClr val="accent2">
                    <a:lumMod val="95000"/>
                  </a:schemeClr>
                </a:solidFill>
                <a:latin typeface="Bahnschrift" panose="020B0502040204020203" pitchFamily="34" charset="0"/>
              </a:rPr>
              <a:t>You are hired as a data analyst at Meta and asked to collaborate with Marketing team. Marketing teams wants to leverage Instagram's user data to develop targeted marketing strategies that will increase user engagement, retention, and acquisition.</a:t>
            </a:r>
          </a:p>
          <a:p>
            <a:pPr marL="139700" indent="0">
              <a:buNone/>
            </a:pPr>
            <a:endParaRPr lang="en-US" sz="1300" dirty="0">
              <a:solidFill>
                <a:schemeClr val="accent2">
                  <a:lumMod val="95000"/>
                </a:schemeClr>
              </a:solidFill>
              <a:latin typeface="Bahnschrift" panose="020B0502040204020203" pitchFamily="34" charset="0"/>
            </a:endParaRPr>
          </a:p>
          <a:p>
            <a:r>
              <a:rPr lang="en-IN" sz="1300" dirty="0">
                <a:solidFill>
                  <a:schemeClr val="accent2">
                    <a:lumMod val="95000"/>
                  </a:schemeClr>
                </a:solidFill>
                <a:latin typeface="Bahnschrift" panose="020B0502040204020203" pitchFamily="34" charset="0"/>
              </a:rPr>
              <a:t>The objective of this project is to provide insights and recommendation to address the following objectives.</a:t>
            </a:r>
          </a:p>
        </p:txBody>
      </p:sp>
    </p:spTree>
    <p:extLst>
      <p:ext uri="{BB962C8B-B14F-4D97-AF65-F5344CB8AC3E}">
        <p14:creationId xmlns:p14="http://schemas.microsoft.com/office/powerpoint/2010/main" val="210805183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32"/>
          <p:cNvSpPr txBox="1">
            <a:spLocks noGrp="1"/>
          </p:cNvSpPr>
          <p:nvPr>
            <p:ph type="title"/>
          </p:nvPr>
        </p:nvSpPr>
        <p:spPr>
          <a:xfrm>
            <a:off x="636475" y="588750"/>
            <a:ext cx="3513001" cy="49739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u="sng" dirty="0">
                <a:latin typeface="Monsterat"/>
              </a:rPr>
              <a:t>DATA</a:t>
            </a:r>
            <a:r>
              <a:rPr lang="en-US" sz="2800" u="sng" dirty="0"/>
              <a:t> </a:t>
            </a:r>
            <a:r>
              <a:rPr lang="en-US" sz="2800" u="sng" dirty="0">
                <a:latin typeface="Monsterat"/>
              </a:rPr>
              <a:t>SNAPSHOT</a:t>
            </a:r>
            <a:endParaRPr sz="2800" u="sng" dirty="0">
              <a:latin typeface="Monsterat"/>
            </a:endParaRPr>
          </a:p>
        </p:txBody>
      </p:sp>
      <p:grpSp>
        <p:nvGrpSpPr>
          <p:cNvPr id="681" name="Google Shape;681;p32"/>
          <p:cNvGrpSpPr/>
          <p:nvPr/>
        </p:nvGrpSpPr>
        <p:grpSpPr>
          <a:xfrm rot="16200000">
            <a:off x="8427140" y="561075"/>
            <a:ext cx="406775" cy="96675"/>
            <a:chOff x="4607450" y="576625"/>
            <a:chExt cx="406775" cy="96675"/>
          </a:xfrm>
        </p:grpSpPr>
        <p:sp>
          <p:nvSpPr>
            <p:cNvPr id="682" name="Google Shape;682;p32"/>
            <p:cNvSpPr/>
            <p:nvPr/>
          </p:nvSpPr>
          <p:spPr>
            <a:xfrm>
              <a:off x="4607450" y="576625"/>
              <a:ext cx="74700" cy="96675"/>
            </a:xfrm>
            <a:custGeom>
              <a:avLst/>
              <a:gdLst/>
              <a:ahLst/>
              <a:cxnLst/>
              <a:rect l="l" t="t" r="r" b="b"/>
              <a:pathLst>
                <a:path w="2988" h="3867" extrusionOk="0">
                  <a:moveTo>
                    <a:pt x="2023" y="1"/>
                  </a:moveTo>
                  <a:cubicBezTo>
                    <a:pt x="1814" y="1"/>
                    <a:pt x="1609" y="71"/>
                    <a:pt x="1457" y="232"/>
                  </a:cubicBezTo>
                  <a:lnTo>
                    <a:pt x="420" y="1269"/>
                  </a:lnTo>
                  <a:cubicBezTo>
                    <a:pt x="0" y="1688"/>
                    <a:pt x="0" y="2182"/>
                    <a:pt x="420" y="2602"/>
                  </a:cubicBezTo>
                  <a:lnTo>
                    <a:pt x="1457" y="3639"/>
                  </a:lnTo>
                  <a:cubicBezTo>
                    <a:pt x="1606" y="3796"/>
                    <a:pt x="1806" y="3867"/>
                    <a:pt x="2011" y="3867"/>
                  </a:cubicBezTo>
                  <a:cubicBezTo>
                    <a:pt x="2484" y="3867"/>
                    <a:pt x="2988" y="3491"/>
                    <a:pt x="2988" y="2923"/>
                  </a:cubicBezTo>
                  <a:lnTo>
                    <a:pt x="2988" y="849"/>
                  </a:lnTo>
                  <a:cubicBezTo>
                    <a:pt x="2988" y="354"/>
                    <a:pt x="2492" y="1"/>
                    <a:pt x="20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2"/>
            <p:cNvSpPr/>
            <p:nvPr/>
          </p:nvSpPr>
          <p:spPr>
            <a:xfrm>
              <a:off x="4717925" y="576625"/>
              <a:ext cx="74700" cy="96675"/>
            </a:xfrm>
            <a:custGeom>
              <a:avLst/>
              <a:gdLst/>
              <a:ahLst/>
              <a:cxnLst/>
              <a:rect l="l" t="t" r="r" b="b"/>
              <a:pathLst>
                <a:path w="2988" h="3867" extrusionOk="0">
                  <a:moveTo>
                    <a:pt x="2035" y="1"/>
                  </a:moveTo>
                  <a:cubicBezTo>
                    <a:pt x="1825" y="1"/>
                    <a:pt x="1617" y="71"/>
                    <a:pt x="1457" y="232"/>
                  </a:cubicBezTo>
                  <a:lnTo>
                    <a:pt x="420" y="1269"/>
                  </a:lnTo>
                  <a:cubicBezTo>
                    <a:pt x="0" y="1688"/>
                    <a:pt x="0" y="2182"/>
                    <a:pt x="420" y="2602"/>
                  </a:cubicBezTo>
                  <a:lnTo>
                    <a:pt x="1457" y="3639"/>
                  </a:lnTo>
                  <a:cubicBezTo>
                    <a:pt x="1614" y="3796"/>
                    <a:pt x="1816" y="3867"/>
                    <a:pt x="2022" y="3867"/>
                  </a:cubicBezTo>
                  <a:cubicBezTo>
                    <a:pt x="2496" y="3867"/>
                    <a:pt x="2988" y="3491"/>
                    <a:pt x="2988" y="2923"/>
                  </a:cubicBezTo>
                  <a:lnTo>
                    <a:pt x="2988" y="849"/>
                  </a:lnTo>
                  <a:cubicBezTo>
                    <a:pt x="2988" y="354"/>
                    <a:pt x="2504" y="1"/>
                    <a:pt x="20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2"/>
            <p:cNvSpPr/>
            <p:nvPr/>
          </p:nvSpPr>
          <p:spPr>
            <a:xfrm>
              <a:off x="4831500" y="576625"/>
              <a:ext cx="71625" cy="96675"/>
            </a:xfrm>
            <a:custGeom>
              <a:avLst/>
              <a:gdLst/>
              <a:ahLst/>
              <a:cxnLst/>
              <a:rect l="l" t="t" r="r" b="b"/>
              <a:pathLst>
                <a:path w="2865" h="3867" extrusionOk="0">
                  <a:moveTo>
                    <a:pt x="1955" y="1"/>
                  </a:moveTo>
                  <a:cubicBezTo>
                    <a:pt x="1743" y="1"/>
                    <a:pt x="1524" y="71"/>
                    <a:pt x="1333" y="232"/>
                  </a:cubicBezTo>
                  <a:lnTo>
                    <a:pt x="297" y="1269"/>
                  </a:lnTo>
                  <a:cubicBezTo>
                    <a:pt x="0" y="1688"/>
                    <a:pt x="0" y="2182"/>
                    <a:pt x="297" y="2602"/>
                  </a:cubicBezTo>
                  <a:lnTo>
                    <a:pt x="1333" y="3639"/>
                  </a:lnTo>
                  <a:cubicBezTo>
                    <a:pt x="1520" y="3796"/>
                    <a:pt x="1734" y="3867"/>
                    <a:pt x="1942" y="3867"/>
                  </a:cubicBezTo>
                  <a:cubicBezTo>
                    <a:pt x="2420" y="3867"/>
                    <a:pt x="2864" y="3491"/>
                    <a:pt x="2864" y="2923"/>
                  </a:cubicBezTo>
                  <a:lnTo>
                    <a:pt x="2864" y="849"/>
                  </a:lnTo>
                  <a:cubicBezTo>
                    <a:pt x="2864" y="354"/>
                    <a:pt x="2428" y="1"/>
                    <a:pt x="19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2"/>
            <p:cNvSpPr/>
            <p:nvPr/>
          </p:nvSpPr>
          <p:spPr>
            <a:xfrm>
              <a:off x="4941975" y="576625"/>
              <a:ext cx="72250" cy="96675"/>
            </a:xfrm>
            <a:custGeom>
              <a:avLst/>
              <a:gdLst/>
              <a:ahLst/>
              <a:cxnLst/>
              <a:rect l="l" t="t" r="r" b="b"/>
              <a:pathLst>
                <a:path w="2890" h="3867" extrusionOk="0">
                  <a:moveTo>
                    <a:pt x="1961" y="1"/>
                  </a:moveTo>
                  <a:cubicBezTo>
                    <a:pt x="1746" y="1"/>
                    <a:pt x="1524" y="71"/>
                    <a:pt x="1334" y="232"/>
                  </a:cubicBezTo>
                  <a:lnTo>
                    <a:pt x="297" y="1269"/>
                  </a:lnTo>
                  <a:cubicBezTo>
                    <a:pt x="1" y="1688"/>
                    <a:pt x="1" y="2182"/>
                    <a:pt x="297" y="2602"/>
                  </a:cubicBezTo>
                  <a:lnTo>
                    <a:pt x="1334" y="3639"/>
                  </a:lnTo>
                  <a:cubicBezTo>
                    <a:pt x="1521" y="3796"/>
                    <a:pt x="1737" y="3867"/>
                    <a:pt x="1948" y="3867"/>
                  </a:cubicBezTo>
                  <a:cubicBezTo>
                    <a:pt x="2433" y="3867"/>
                    <a:pt x="2889" y="3491"/>
                    <a:pt x="2889" y="2923"/>
                  </a:cubicBezTo>
                  <a:lnTo>
                    <a:pt x="2889" y="849"/>
                  </a:lnTo>
                  <a:cubicBezTo>
                    <a:pt x="2889" y="354"/>
                    <a:pt x="2441" y="1"/>
                    <a:pt x="19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6" name="Google Shape;686;p32"/>
          <p:cNvSpPr/>
          <p:nvPr/>
        </p:nvSpPr>
        <p:spPr>
          <a:xfrm>
            <a:off x="272850" y="1069000"/>
            <a:ext cx="182100" cy="185175"/>
          </a:xfrm>
          <a:custGeom>
            <a:avLst/>
            <a:gdLst/>
            <a:ahLst/>
            <a:cxnLst/>
            <a:rect l="l" t="t" r="r" b="b"/>
            <a:pathLst>
              <a:path w="7284" h="7407" extrusionOk="0">
                <a:moveTo>
                  <a:pt x="3704" y="1136"/>
                </a:moveTo>
                <a:cubicBezTo>
                  <a:pt x="5037" y="1136"/>
                  <a:pt x="6173" y="2271"/>
                  <a:pt x="6173" y="3703"/>
                </a:cubicBezTo>
                <a:cubicBezTo>
                  <a:pt x="6173" y="5061"/>
                  <a:pt x="5037" y="6296"/>
                  <a:pt x="3704" y="6296"/>
                </a:cubicBezTo>
                <a:cubicBezTo>
                  <a:pt x="2247" y="6296"/>
                  <a:pt x="1112" y="5061"/>
                  <a:pt x="1112" y="3703"/>
                </a:cubicBezTo>
                <a:cubicBezTo>
                  <a:pt x="1112" y="2271"/>
                  <a:pt x="2247" y="1136"/>
                  <a:pt x="3704" y="1136"/>
                </a:cubicBezTo>
                <a:close/>
                <a:moveTo>
                  <a:pt x="3704" y="0"/>
                </a:moveTo>
                <a:cubicBezTo>
                  <a:pt x="1630" y="0"/>
                  <a:pt x="1" y="1654"/>
                  <a:pt x="1" y="3703"/>
                </a:cubicBezTo>
                <a:cubicBezTo>
                  <a:pt x="1" y="5777"/>
                  <a:pt x="1630" y="7407"/>
                  <a:pt x="3704" y="7407"/>
                </a:cubicBezTo>
                <a:cubicBezTo>
                  <a:pt x="5654" y="7407"/>
                  <a:pt x="7284" y="5777"/>
                  <a:pt x="7284" y="3703"/>
                </a:cubicBezTo>
                <a:cubicBezTo>
                  <a:pt x="7284" y="1654"/>
                  <a:pt x="5654" y="0"/>
                  <a:pt x="3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Content Placeholder 2">
            <a:extLst>
              <a:ext uri="{FF2B5EF4-FFF2-40B4-BE49-F238E27FC236}">
                <a16:creationId xmlns:a16="http://schemas.microsoft.com/office/drawing/2014/main" id="{6734E3CE-0757-34B5-602D-97A8F9DC304A}"/>
              </a:ext>
            </a:extLst>
          </p:cNvPr>
          <p:cNvSpPr>
            <a:spLocks noGrp="1"/>
          </p:cNvSpPr>
          <p:nvPr>
            <p:ph type="body" idx="1"/>
          </p:nvPr>
        </p:nvSpPr>
        <p:spPr>
          <a:xfrm>
            <a:off x="454950" y="1364030"/>
            <a:ext cx="5603879" cy="1732865"/>
          </a:xfrm>
        </p:spPr>
        <p:txBody>
          <a:bodyPr>
            <a:normAutofit/>
          </a:bodyPr>
          <a:lstStyle/>
          <a:p>
            <a:r>
              <a:rPr lang="en-IN" sz="1300" dirty="0">
                <a:latin typeface="Bahnschrift "/>
              </a:rPr>
              <a:t>Ig_clone database contains 7 tables which are connected to each other through different relations.</a:t>
            </a:r>
          </a:p>
          <a:p>
            <a:r>
              <a:rPr lang="en-IN" sz="1300" dirty="0">
                <a:latin typeface="Bahnschrift "/>
              </a:rPr>
              <a:t>The user’s  activity are stored in multiple tables (Posts, Likes, Commenting, Follows).</a:t>
            </a:r>
          </a:p>
          <a:p>
            <a:r>
              <a:rPr lang="en-IN" sz="1300" dirty="0">
                <a:latin typeface="Bahnschrift "/>
              </a:rPr>
              <a:t>Its also reflect the user’s behaviour over the platform.</a:t>
            </a:r>
          </a:p>
          <a:p>
            <a:r>
              <a:rPr lang="en-IN" sz="1300" dirty="0">
                <a:latin typeface="Bahnschrift "/>
              </a:rPr>
              <a:t>The dataset include the posting data as per the users and all it activity over the platform.</a:t>
            </a:r>
          </a:p>
          <a:p>
            <a:endParaRPr lang="en-IN" sz="1300" dirty="0">
              <a:latin typeface="Bahnschrift Light" panose="020B0502040204020203" pitchFamily="34" charset="0"/>
            </a:endParaRPr>
          </a:p>
        </p:txBody>
      </p:sp>
      <p:pic>
        <p:nvPicPr>
          <p:cNvPr id="27" name="Picture Placeholder 26">
            <a:extLst>
              <a:ext uri="{FF2B5EF4-FFF2-40B4-BE49-F238E27FC236}">
                <a16:creationId xmlns:a16="http://schemas.microsoft.com/office/drawing/2014/main" id="{ED6CBF8E-10F1-B29A-CF74-C76B95A5FA05}"/>
              </a:ext>
            </a:extLst>
          </p:cNvPr>
          <p:cNvPicPr>
            <a:picLocks noGrp="1" noChangeAspect="1"/>
          </p:cNvPicPr>
          <p:nvPr>
            <p:ph type="pic" idx="2"/>
          </p:nvPr>
        </p:nvPicPr>
        <p:blipFill>
          <a:blip r:embed="rId3"/>
          <a:srcRect l="22675" r="22675"/>
          <a:stretch>
            <a:fillRect/>
          </a:stretch>
        </p:blipFill>
        <p:spPr>
          <a:xfrm>
            <a:off x="6110868" y="0"/>
            <a:ext cx="3033132" cy="5143500"/>
          </a:xfrm>
          <a:prstGeom prst="rect">
            <a:avLst/>
          </a:prstGeom>
          <a:noFill/>
          <a:ln>
            <a:noFill/>
          </a:ln>
        </p:spPr>
      </p:pic>
      <p:sp>
        <p:nvSpPr>
          <p:cNvPr id="29" name="Content Placeholder 2">
            <a:extLst>
              <a:ext uri="{FF2B5EF4-FFF2-40B4-BE49-F238E27FC236}">
                <a16:creationId xmlns:a16="http://schemas.microsoft.com/office/drawing/2014/main" id="{6FCD571E-776F-1A3E-7114-CF9990F3CF39}"/>
              </a:ext>
            </a:extLst>
          </p:cNvPr>
          <p:cNvSpPr txBox="1">
            <a:spLocks/>
          </p:cNvSpPr>
          <p:nvPr/>
        </p:nvSpPr>
        <p:spPr>
          <a:xfrm>
            <a:off x="454950" y="3374782"/>
            <a:ext cx="5603879" cy="173286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2"/>
              </a:buClr>
              <a:buSzPts val="1200"/>
              <a:buFont typeface="Nunito Light"/>
              <a:buChar char="●"/>
              <a:defRPr sz="1200" b="0" i="0" u="none" strike="noStrike" cap="none">
                <a:solidFill>
                  <a:schemeClr val="accent2"/>
                </a:solidFill>
                <a:latin typeface="Montserrat Medium"/>
                <a:ea typeface="Montserrat Medium"/>
                <a:cs typeface="Montserrat Medium"/>
                <a:sym typeface="Montserrat Medium"/>
              </a:defRPr>
            </a:lvl1pPr>
            <a:lvl2pPr marL="914400" marR="0" lvl="1" indent="-304800" algn="l" rtl="0">
              <a:lnSpc>
                <a:spcPct val="100000"/>
              </a:lnSpc>
              <a:spcBef>
                <a:spcPts val="0"/>
              </a:spcBef>
              <a:spcAft>
                <a:spcPts val="0"/>
              </a:spcAft>
              <a:buClr>
                <a:srgbClr val="E76A28"/>
              </a:buClr>
              <a:buSzPts val="1200"/>
              <a:buFont typeface="Nunito Light"/>
              <a:buChar char="○"/>
              <a:defRPr sz="1200" b="0" i="0" u="none" strike="noStrike" cap="none">
                <a:solidFill>
                  <a:schemeClr val="accent2"/>
                </a:solidFill>
                <a:latin typeface="Montserrat Medium"/>
                <a:ea typeface="Montserrat Medium"/>
                <a:cs typeface="Montserrat Medium"/>
                <a:sym typeface="Montserrat Medium"/>
              </a:defRPr>
            </a:lvl2pPr>
            <a:lvl3pPr marL="1371600" marR="0" lvl="2" indent="-304800" algn="l" rtl="0">
              <a:lnSpc>
                <a:spcPct val="100000"/>
              </a:lnSpc>
              <a:spcBef>
                <a:spcPts val="0"/>
              </a:spcBef>
              <a:spcAft>
                <a:spcPts val="0"/>
              </a:spcAft>
              <a:buClr>
                <a:srgbClr val="E76A28"/>
              </a:buClr>
              <a:buSzPts val="1200"/>
              <a:buFont typeface="Nunito Light"/>
              <a:buChar char="■"/>
              <a:defRPr sz="1200" b="0" i="0" u="none" strike="noStrike" cap="none">
                <a:solidFill>
                  <a:schemeClr val="accent2"/>
                </a:solidFill>
                <a:latin typeface="Montserrat Medium"/>
                <a:ea typeface="Montserrat Medium"/>
                <a:cs typeface="Montserrat Medium"/>
                <a:sym typeface="Montserrat Medium"/>
              </a:defRPr>
            </a:lvl3pPr>
            <a:lvl4pPr marL="1828800" marR="0" lvl="3" indent="-304800" algn="l" rtl="0">
              <a:lnSpc>
                <a:spcPct val="100000"/>
              </a:lnSpc>
              <a:spcBef>
                <a:spcPts val="0"/>
              </a:spcBef>
              <a:spcAft>
                <a:spcPts val="0"/>
              </a:spcAft>
              <a:buClr>
                <a:srgbClr val="E76A28"/>
              </a:buClr>
              <a:buSzPts val="1200"/>
              <a:buFont typeface="Nunito Light"/>
              <a:buChar char="●"/>
              <a:defRPr sz="1200" b="0" i="0" u="none" strike="noStrike" cap="none">
                <a:solidFill>
                  <a:schemeClr val="accent2"/>
                </a:solidFill>
                <a:latin typeface="Montserrat Medium"/>
                <a:ea typeface="Montserrat Medium"/>
                <a:cs typeface="Montserrat Medium"/>
                <a:sym typeface="Montserrat Medium"/>
              </a:defRPr>
            </a:lvl4pPr>
            <a:lvl5pPr marL="2286000" marR="0" lvl="4" indent="-304800" algn="l" rtl="0">
              <a:lnSpc>
                <a:spcPct val="100000"/>
              </a:lnSpc>
              <a:spcBef>
                <a:spcPts val="0"/>
              </a:spcBef>
              <a:spcAft>
                <a:spcPts val="0"/>
              </a:spcAft>
              <a:buClr>
                <a:srgbClr val="E76A28"/>
              </a:buClr>
              <a:buSzPts val="1200"/>
              <a:buFont typeface="Nunito Light"/>
              <a:buChar char="○"/>
              <a:defRPr sz="1200" b="0" i="0" u="none" strike="noStrike" cap="none">
                <a:solidFill>
                  <a:schemeClr val="accent2"/>
                </a:solidFill>
                <a:latin typeface="Montserrat Medium"/>
                <a:ea typeface="Montserrat Medium"/>
                <a:cs typeface="Montserrat Medium"/>
                <a:sym typeface="Montserrat Medium"/>
              </a:defRPr>
            </a:lvl5pPr>
            <a:lvl6pPr marL="2743200" marR="0" lvl="5" indent="-304800" algn="l" rtl="0">
              <a:lnSpc>
                <a:spcPct val="100000"/>
              </a:lnSpc>
              <a:spcBef>
                <a:spcPts val="0"/>
              </a:spcBef>
              <a:spcAft>
                <a:spcPts val="0"/>
              </a:spcAft>
              <a:buClr>
                <a:srgbClr val="999999"/>
              </a:buClr>
              <a:buSzPts val="1200"/>
              <a:buFont typeface="Nunito Light"/>
              <a:buChar char="■"/>
              <a:defRPr sz="1200" b="0" i="0" u="none" strike="noStrike" cap="none">
                <a:solidFill>
                  <a:schemeClr val="accent2"/>
                </a:solidFill>
                <a:latin typeface="Montserrat Medium"/>
                <a:ea typeface="Montserrat Medium"/>
                <a:cs typeface="Montserrat Medium"/>
                <a:sym typeface="Montserrat Medium"/>
              </a:defRPr>
            </a:lvl6pPr>
            <a:lvl7pPr marL="3200400" marR="0" lvl="6" indent="-304800" algn="l" rtl="0">
              <a:lnSpc>
                <a:spcPct val="100000"/>
              </a:lnSpc>
              <a:spcBef>
                <a:spcPts val="0"/>
              </a:spcBef>
              <a:spcAft>
                <a:spcPts val="0"/>
              </a:spcAft>
              <a:buClr>
                <a:srgbClr val="999999"/>
              </a:buClr>
              <a:buSzPts val="1200"/>
              <a:buFont typeface="Nunito Light"/>
              <a:buChar char="●"/>
              <a:defRPr sz="1200" b="0" i="0" u="none" strike="noStrike" cap="none">
                <a:solidFill>
                  <a:schemeClr val="accent2"/>
                </a:solidFill>
                <a:latin typeface="Montserrat Medium"/>
                <a:ea typeface="Montserrat Medium"/>
                <a:cs typeface="Montserrat Medium"/>
                <a:sym typeface="Montserrat Medium"/>
              </a:defRPr>
            </a:lvl7pPr>
            <a:lvl8pPr marL="3657600" marR="0" lvl="7" indent="-304800" algn="l" rtl="0">
              <a:lnSpc>
                <a:spcPct val="100000"/>
              </a:lnSpc>
              <a:spcBef>
                <a:spcPts val="0"/>
              </a:spcBef>
              <a:spcAft>
                <a:spcPts val="0"/>
              </a:spcAft>
              <a:buClr>
                <a:srgbClr val="999999"/>
              </a:buClr>
              <a:buSzPts val="1200"/>
              <a:buFont typeface="Nunito Light"/>
              <a:buChar char="○"/>
              <a:defRPr sz="1200" b="0" i="0" u="none" strike="noStrike" cap="none">
                <a:solidFill>
                  <a:schemeClr val="accent2"/>
                </a:solidFill>
                <a:latin typeface="Montserrat Medium"/>
                <a:ea typeface="Montserrat Medium"/>
                <a:cs typeface="Montserrat Medium"/>
                <a:sym typeface="Montserrat Medium"/>
              </a:defRPr>
            </a:lvl8pPr>
            <a:lvl9pPr marL="4114800" marR="0" lvl="8" indent="-304800" algn="l" rtl="0">
              <a:lnSpc>
                <a:spcPct val="100000"/>
              </a:lnSpc>
              <a:spcBef>
                <a:spcPts val="0"/>
              </a:spcBef>
              <a:spcAft>
                <a:spcPts val="0"/>
              </a:spcAft>
              <a:buClr>
                <a:srgbClr val="999999"/>
              </a:buClr>
              <a:buSzPts val="1200"/>
              <a:buFont typeface="Nunito Light"/>
              <a:buChar char="■"/>
              <a:defRPr sz="1200" b="0" i="0" u="none" strike="noStrike" cap="none">
                <a:solidFill>
                  <a:schemeClr val="accent2"/>
                </a:solidFill>
                <a:latin typeface="Montserrat Medium"/>
                <a:ea typeface="Montserrat Medium"/>
                <a:cs typeface="Montserrat Medium"/>
                <a:sym typeface="Montserrat Medium"/>
              </a:defRPr>
            </a:lvl9pPr>
          </a:lstStyle>
          <a:p>
            <a:pPr marL="152400" indent="0">
              <a:buNone/>
            </a:pPr>
            <a:r>
              <a:rPr lang="en-IN" sz="1300" dirty="0">
                <a:latin typeface="Bahnschrift" panose="020B0502040204020203" pitchFamily="34" charset="0"/>
              </a:rPr>
              <a:t>Data Quality</a:t>
            </a:r>
          </a:p>
          <a:p>
            <a:pPr marL="152400" indent="0">
              <a:buNone/>
            </a:pPr>
            <a:endParaRPr lang="en-IN" sz="1300" dirty="0">
              <a:latin typeface="Bahnschrift" panose="020B0502040204020203" pitchFamily="34" charset="0"/>
            </a:endParaRPr>
          </a:p>
          <a:p>
            <a:r>
              <a:rPr lang="en-IN" sz="1300" dirty="0">
                <a:latin typeface="Bahnschrift" panose="020B0502040204020203" pitchFamily="34" charset="0"/>
              </a:rPr>
              <a:t>Checked for Missing data (NULL Values) if any present in the dataset.</a:t>
            </a:r>
          </a:p>
          <a:p>
            <a:r>
              <a:rPr lang="en-IN" sz="1300" dirty="0">
                <a:latin typeface="Bahnschrift" panose="020B0502040204020203" pitchFamily="34" charset="0"/>
              </a:rPr>
              <a:t>Analysed and handled if any duplicate is present in the data.</a:t>
            </a:r>
          </a:p>
          <a:p>
            <a:r>
              <a:rPr lang="en-IN" sz="1300" dirty="0">
                <a:latin typeface="Bahnschrift" panose="020B0502040204020203" pitchFamily="34" charset="0"/>
              </a:rPr>
              <a:t>Check the relationship between the tables are valid ones.</a:t>
            </a:r>
          </a:p>
        </p:txBody>
      </p:sp>
      <p:pic>
        <p:nvPicPr>
          <p:cNvPr id="35" name="Picture 34">
            <a:extLst>
              <a:ext uri="{FF2B5EF4-FFF2-40B4-BE49-F238E27FC236}">
                <a16:creationId xmlns:a16="http://schemas.microsoft.com/office/drawing/2014/main" id="{CEBFF832-3783-9D0F-9D87-F81BB80B43D5}"/>
              </a:ext>
            </a:extLst>
          </p:cNvPr>
          <p:cNvPicPr>
            <a:picLocks noChangeAspect="1"/>
          </p:cNvPicPr>
          <p:nvPr/>
        </p:nvPicPr>
        <p:blipFill>
          <a:blip r:embed="rId4"/>
          <a:stretch>
            <a:fillRect/>
          </a:stretch>
        </p:blipFill>
        <p:spPr>
          <a:xfrm>
            <a:off x="6222141" y="1172498"/>
            <a:ext cx="3033132" cy="3143943"/>
          </a:xfrm>
          <a:prstGeom prst="rect">
            <a:avLst/>
          </a:prstGeom>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465BC-ED62-438C-6A4D-84E1007B2C7F}"/>
              </a:ext>
            </a:extLst>
          </p:cNvPr>
          <p:cNvSpPr>
            <a:spLocks noGrp="1"/>
          </p:cNvSpPr>
          <p:nvPr>
            <p:ph type="title"/>
          </p:nvPr>
        </p:nvSpPr>
        <p:spPr>
          <a:xfrm>
            <a:off x="818710" y="421953"/>
            <a:ext cx="6015337" cy="511200"/>
          </a:xfrm>
        </p:spPr>
        <p:txBody>
          <a:bodyPr/>
          <a:lstStyle/>
          <a:p>
            <a:r>
              <a:rPr lang="en-US" sz="2800" u="sng" dirty="0">
                <a:latin typeface="Monsterat"/>
              </a:rPr>
              <a:t>ANALYTICAL APPROACH AND TOOLS </a:t>
            </a:r>
            <a:endParaRPr lang="en-IN" sz="2800" u="sng" dirty="0">
              <a:latin typeface="Monsterat"/>
            </a:endParaRPr>
          </a:p>
        </p:txBody>
      </p:sp>
      <p:sp>
        <p:nvSpPr>
          <p:cNvPr id="3" name="Text Placeholder 2">
            <a:extLst>
              <a:ext uri="{FF2B5EF4-FFF2-40B4-BE49-F238E27FC236}">
                <a16:creationId xmlns:a16="http://schemas.microsoft.com/office/drawing/2014/main" id="{44DB32B7-73BA-914C-06A6-E4581BF29035}"/>
              </a:ext>
            </a:extLst>
          </p:cNvPr>
          <p:cNvSpPr>
            <a:spLocks noGrp="1"/>
          </p:cNvSpPr>
          <p:nvPr>
            <p:ph type="body" idx="1"/>
          </p:nvPr>
        </p:nvSpPr>
        <p:spPr>
          <a:xfrm>
            <a:off x="720000" y="1912151"/>
            <a:ext cx="7704000" cy="2763927"/>
          </a:xfrm>
        </p:spPr>
        <p:txBody>
          <a:bodyPr/>
          <a:lstStyle/>
          <a:p>
            <a:r>
              <a:rPr lang="en-IN" sz="1300" dirty="0">
                <a:latin typeface="Bahnschrift" panose="020B0502040204020203" pitchFamily="34" charset="0"/>
              </a:rPr>
              <a:t>Database Exploration: Understood the relational schema and validated relationships across users, posts, likes, comments, follows, and hashtags to ensure accurate analysis.</a:t>
            </a:r>
          </a:p>
          <a:p>
            <a:endParaRPr lang="en-IN" sz="1300" dirty="0">
              <a:latin typeface="Bahnschrift" panose="020B0502040204020203" pitchFamily="34" charset="0"/>
            </a:endParaRPr>
          </a:p>
          <a:p>
            <a:r>
              <a:rPr lang="en-IN" sz="1300" dirty="0">
                <a:latin typeface="Bahnschrift" panose="020B0502040204020203" pitchFamily="34" charset="0"/>
              </a:rPr>
              <a:t>Advanced SQL Analysis: Applied JOINs, Common Table Expressions (CTEs), Window Functions, Aggregate Functions, Conditional Logic, and Ranking Functions to solve complex business problems and generate analytical insights.</a:t>
            </a:r>
          </a:p>
          <a:p>
            <a:endParaRPr lang="en-IN" sz="1300" dirty="0">
              <a:latin typeface="Bahnschrift" panose="020B0502040204020203" pitchFamily="34" charset="0"/>
            </a:endParaRPr>
          </a:p>
          <a:p>
            <a:r>
              <a:rPr lang="en-IN" sz="1300" dirty="0">
                <a:latin typeface="Bahnschrift" panose="020B0502040204020203" pitchFamily="34" charset="0"/>
              </a:rPr>
              <a:t>User Behaviour Analysis: Measured user activity, posting frequency, engagement levels, follower networks, inactive users, and overall platform participation.</a:t>
            </a:r>
          </a:p>
          <a:p>
            <a:endParaRPr lang="en-IN" sz="1300" dirty="0">
              <a:latin typeface="Bahnschrift" panose="020B0502040204020203" pitchFamily="34" charset="0"/>
            </a:endParaRPr>
          </a:p>
          <a:p>
            <a:r>
              <a:rPr lang="en-IN" sz="1300" dirty="0">
                <a:latin typeface="Bahnschrift" panose="020B0502040204020203" pitchFamily="34" charset="0"/>
              </a:rPr>
              <a:t>Content Performance Analysis: Identified top-performing posts, creators, hashtags, and engagement patterns using likes, comments, and interaction metrics.</a:t>
            </a:r>
          </a:p>
        </p:txBody>
      </p:sp>
      <p:grpSp>
        <p:nvGrpSpPr>
          <p:cNvPr id="4" name="Google Shape;1263;p55">
            <a:extLst>
              <a:ext uri="{FF2B5EF4-FFF2-40B4-BE49-F238E27FC236}">
                <a16:creationId xmlns:a16="http://schemas.microsoft.com/office/drawing/2014/main" id="{1F41B5C0-9CFC-E8DD-7EE8-263FB2E3340E}"/>
              </a:ext>
            </a:extLst>
          </p:cNvPr>
          <p:cNvGrpSpPr/>
          <p:nvPr/>
        </p:nvGrpSpPr>
        <p:grpSpPr>
          <a:xfrm>
            <a:off x="7741932" y="141249"/>
            <a:ext cx="799902" cy="783787"/>
            <a:chOff x="5080188" y="927900"/>
            <a:chExt cx="961200" cy="961200"/>
          </a:xfrm>
        </p:grpSpPr>
        <p:sp>
          <p:nvSpPr>
            <p:cNvPr id="5" name="Google Shape;1264;p55">
              <a:extLst>
                <a:ext uri="{FF2B5EF4-FFF2-40B4-BE49-F238E27FC236}">
                  <a16:creationId xmlns:a16="http://schemas.microsoft.com/office/drawing/2014/main" id="{24D8C347-591F-7E1B-28A3-957676720E20}"/>
                </a:ext>
              </a:extLst>
            </p:cNvPr>
            <p:cNvSpPr/>
            <p:nvPr/>
          </p:nvSpPr>
          <p:spPr>
            <a:xfrm>
              <a:off x="5201900" y="1050116"/>
              <a:ext cx="716700" cy="716700"/>
            </a:xfrm>
            <a:prstGeom prst="donut">
              <a:avLst>
                <a:gd name="adj" fmla="val 4716"/>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265;p55">
              <a:extLst>
                <a:ext uri="{FF2B5EF4-FFF2-40B4-BE49-F238E27FC236}">
                  <a16:creationId xmlns:a16="http://schemas.microsoft.com/office/drawing/2014/main" id="{0A95C557-6C86-34F5-750D-B5BC2B919B43}"/>
                </a:ext>
              </a:extLst>
            </p:cNvPr>
            <p:cNvSpPr/>
            <p:nvPr/>
          </p:nvSpPr>
          <p:spPr>
            <a:xfrm>
              <a:off x="5269594" y="1117818"/>
              <a:ext cx="581100" cy="581100"/>
            </a:xfrm>
            <a:prstGeom prst="donut">
              <a:avLst>
                <a:gd name="adj" fmla="val 5814"/>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266;p55">
              <a:extLst>
                <a:ext uri="{FF2B5EF4-FFF2-40B4-BE49-F238E27FC236}">
                  <a16:creationId xmlns:a16="http://schemas.microsoft.com/office/drawing/2014/main" id="{B6007517-C8E5-2FF9-2E4E-E3C518223D4F}"/>
                </a:ext>
              </a:extLst>
            </p:cNvPr>
            <p:cNvSpPr/>
            <p:nvPr/>
          </p:nvSpPr>
          <p:spPr>
            <a:xfrm>
              <a:off x="5339279" y="1187526"/>
              <a:ext cx="441900" cy="441600"/>
            </a:xfrm>
            <a:prstGeom prst="donut">
              <a:avLst>
                <a:gd name="adj" fmla="val 7648"/>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267;p55">
              <a:extLst>
                <a:ext uri="{FF2B5EF4-FFF2-40B4-BE49-F238E27FC236}">
                  <a16:creationId xmlns:a16="http://schemas.microsoft.com/office/drawing/2014/main" id="{0E7A3E67-C937-AC64-6515-2CEBCC45FF95}"/>
                </a:ext>
              </a:extLst>
            </p:cNvPr>
            <p:cNvSpPr/>
            <p:nvPr/>
          </p:nvSpPr>
          <p:spPr>
            <a:xfrm>
              <a:off x="5414892" y="1263155"/>
              <a:ext cx="290700" cy="290700"/>
            </a:xfrm>
            <a:prstGeom prst="donut">
              <a:avLst>
                <a:gd name="adj" fmla="val 10182"/>
              </a:avLst>
            </a:prstGeom>
            <a:noFill/>
            <a:ln w="9525" cap="flat" cmpd="sng">
              <a:solidFill>
                <a:srgbClr val="667E9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68;p55">
              <a:extLst>
                <a:ext uri="{FF2B5EF4-FFF2-40B4-BE49-F238E27FC236}">
                  <a16:creationId xmlns:a16="http://schemas.microsoft.com/office/drawing/2014/main" id="{F29B4055-2E97-DB55-10BD-E6E42AFC87C8}"/>
                </a:ext>
              </a:extLst>
            </p:cNvPr>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269;p55">
              <a:extLst>
                <a:ext uri="{FF2B5EF4-FFF2-40B4-BE49-F238E27FC236}">
                  <a16:creationId xmlns:a16="http://schemas.microsoft.com/office/drawing/2014/main" id="{479684C7-CFC6-81CB-2234-B99CA86A93A1}"/>
                </a:ext>
              </a:extLst>
            </p:cNvPr>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70;p55">
              <a:extLst>
                <a:ext uri="{FF2B5EF4-FFF2-40B4-BE49-F238E27FC236}">
                  <a16:creationId xmlns:a16="http://schemas.microsoft.com/office/drawing/2014/main" id="{8A082AF6-7A58-5520-5218-F45A7769C1BB}"/>
                </a:ext>
              </a:extLst>
            </p:cNvPr>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71;p55">
              <a:extLst>
                <a:ext uri="{FF2B5EF4-FFF2-40B4-BE49-F238E27FC236}">
                  <a16:creationId xmlns:a16="http://schemas.microsoft.com/office/drawing/2014/main" id="{EB33D98A-B15D-85F7-E34C-34774A8DD588}"/>
                </a:ext>
              </a:extLst>
            </p:cNvPr>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02591377"/>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ED56C-4047-A834-8BEE-99C5D0D85D7F}"/>
              </a:ext>
            </a:extLst>
          </p:cNvPr>
          <p:cNvSpPr>
            <a:spLocks noGrp="1"/>
          </p:cNvSpPr>
          <p:nvPr>
            <p:ph type="title"/>
          </p:nvPr>
        </p:nvSpPr>
        <p:spPr>
          <a:xfrm>
            <a:off x="1196618" y="168805"/>
            <a:ext cx="6750761" cy="511200"/>
          </a:xfrm>
        </p:spPr>
        <p:txBody>
          <a:bodyPr/>
          <a:lstStyle/>
          <a:p>
            <a:r>
              <a:rPr lang="en-US" sz="2800" u="sng" dirty="0">
                <a:latin typeface="Monsterat"/>
              </a:rPr>
              <a:t>USER DISTRBUTION ACROSS PLATFORM</a:t>
            </a:r>
            <a:endParaRPr lang="en-IN" sz="2800" dirty="0">
              <a:latin typeface="Monsterat"/>
            </a:endParaRPr>
          </a:p>
        </p:txBody>
      </p:sp>
      <p:sp>
        <p:nvSpPr>
          <p:cNvPr id="3" name="Text Placeholder 2">
            <a:extLst>
              <a:ext uri="{FF2B5EF4-FFF2-40B4-BE49-F238E27FC236}">
                <a16:creationId xmlns:a16="http://schemas.microsoft.com/office/drawing/2014/main" id="{18BC8F2C-A21B-5CCD-28B1-A9BF78D6BFB3}"/>
              </a:ext>
            </a:extLst>
          </p:cNvPr>
          <p:cNvSpPr>
            <a:spLocks noGrp="1"/>
          </p:cNvSpPr>
          <p:nvPr>
            <p:ph type="body" idx="1"/>
          </p:nvPr>
        </p:nvSpPr>
        <p:spPr>
          <a:xfrm>
            <a:off x="4631472" y="1377377"/>
            <a:ext cx="3687337" cy="2438570"/>
          </a:xfrm>
        </p:spPr>
        <p:txBody>
          <a:bodyPr/>
          <a:lstStyle/>
          <a:p>
            <a:r>
              <a:rPr lang="en-US" sz="1300" dirty="0">
                <a:latin typeface="Bahnschrift" panose="020B0502040204020203" pitchFamily="34" charset="0"/>
              </a:rPr>
              <a:t>The chart represents the user distribution based on their activity.</a:t>
            </a:r>
          </a:p>
          <a:p>
            <a:endParaRPr lang="en-US" sz="1300" dirty="0">
              <a:latin typeface="Bahnschrift" panose="020B0502040204020203" pitchFamily="34" charset="0"/>
            </a:endParaRPr>
          </a:p>
          <a:p>
            <a:r>
              <a:rPr lang="en-US" sz="1300" dirty="0">
                <a:latin typeface="Bahnschrift" panose="020B0502040204020203" pitchFamily="34" charset="0"/>
              </a:rPr>
              <a:t>User Activity = Number of likes made by user + Number of Comments made by user + Number of Posts made by user.</a:t>
            </a:r>
          </a:p>
          <a:p>
            <a:endParaRPr lang="en-IN" sz="1300" dirty="0">
              <a:latin typeface="Bahnschrift" panose="020B0502040204020203" pitchFamily="34" charset="0"/>
            </a:endParaRPr>
          </a:p>
          <a:p>
            <a:r>
              <a:rPr lang="en-IN" sz="1300" dirty="0">
                <a:latin typeface="Bahnschrift" panose="020B0502040204020203" pitchFamily="34" charset="0"/>
              </a:rPr>
              <a:t>Most users fall into the moderately active category, indicating a healthy base of regular platform participants.</a:t>
            </a:r>
          </a:p>
        </p:txBody>
      </p:sp>
      <p:pic>
        <p:nvPicPr>
          <p:cNvPr id="6" name="Picture 5">
            <a:extLst>
              <a:ext uri="{FF2B5EF4-FFF2-40B4-BE49-F238E27FC236}">
                <a16:creationId xmlns:a16="http://schemas.microsoft.com/office/drawing/2014/main" id="{D13EB7FB-7793-D1A8-1F0F-D49D553ED763}"/>
              </a:ext>
            </a:extLst>
          </p:cNvPr>
          <p:cNvPicPr>
            <a:picLocks noChangeAspect="1"/>
          </p:cNvPicPr>
          <p:nvPr/>
        </p:nvPicPr>
        <p:blipFill>
          <a:blip r:embed="rId3"/>
          <a:stretch>
            <a:fillRect/>
          </a:stretch>
        </p:blipFill>
        <p:spPr>
          <a:xfrm>
            <a:off x="237634" y="1156962"/>
            <a:ext cx="4334364" cy="3057820"/>
          </a:xfrm>
          <a:prstGeom prst="roundRect">
            <a:avLst>
              <a:gd name="adj" fmla="val 8594"/>
            </a:avLst>
          </a:prstGeom>
          <a:solidFill>
            <a:srgbClr val="FFFFFF">
              <a:shade val="85000"/>
            </a:srgbClr>
          </a:solidFill>
          <a:ln>
            <a:noFill/>
          </a:ln>
          <a:effectLst>
            <a:outerShdw blurRad="50800" dist="38100" dir="5400000" algn="t" rotWithShape="0">
              <a:prstClr val="black">
                <a:alpha val="40000"/>
              </a:prstClr>
            </a:outerShdw>
            <a:reflection blurRad="12700" stA="38000" endPos="28000" dist="5000" dir="5400000" sy="-100000" algn="bl" rotWithShape="0"/>
          </a:effectLst>
        </p:spPr>
      </p:pic>
    </p:spTree>
    <p:extLst>
      <p:ext uri="{BB962C8B-B14F-4D97-AF65-F5344CB8AC3E}">
        <p14:creationId xmlns:p14="http://schemas.microsoft.com/office/powerpoint/2010/main" val="425726852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D6AB4-EC42-9DFD-A4B7-1FC2830B6842}"/>
              </a:ext>
            </a:extLst>
          </p:cNvPr>
          <p:cNvSpPr>
            <a:spLocks noGrp="1"/>
          </p:cNvSpPr>
          <p:nvPr>
            <p:ph type="title"/>
          </p:nvPr>
        </p:nvSpPr>
        <p:spPr>
          <a:xfrm>
            <a:off x="1018479" y="328402"/>
            <a:ext cx="4632585" cy="511200"/>
          </a:xfrm>
        </p:spPr>
        <p:txBody>
          <a:bodyPr/>
          <a:lstStyle/>
          <a:p>
            <a:r>
              <a:rPr lang="en-IN" sz="2800" u="sng" dirty="0">
                <a:latin typeface="Monsterat"/>
              </a:rPr>
              <a:t>USER CATEGORIZATION</a:t>
            </a:r>
          </a:p>
        </p:txBody>
      </p:sp>
      <p:sp>
        <p:nvSpPr>
          <p:cNvPr id="7" name="Text Placeholder 2">
            <a:extLst>
              <a:ext uri="{FF2B5EF4-FFF2-40B4-BE49-F238E27FC236}">
                <a16:creationId xmlns:a16="http://schemas.microsoft.com/office/drawing/2014/main" id="{7F5BB527-5528-53E1-D883-F65539FEBBB1}"/>
              </a:ext>
            </a:extLst>
          </p:cNvPr>
          <p:cNvSpPr txBox="1">
            <a:spLocks/>
          </p:cNvSpPr>
          <p:nvPr/>
        </p:nvSpPr>
        <p:spPr>
          <a:xfrm>
            <a:off x="773152" y="1387873"/>
            <a:ext cx="3308193" cy="23677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2"/>
              </a:buClr>
              <a:buSzPts val="14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1pPr>
            <a:lvl2pPr marL="914400" marR="0" lvl="1"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2pPr>
            <a:lvl3pPr marL="1371600" marR="0" lvl="2"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3pPr>
            <a:lvl4pPr marL="1828800" marR="0" lvl="3"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4pPr>
            <a:lvl5pPr marL="2286000" marR="0" lvl="4"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5pPr>
            <a:lvl6pPr marL="2743200" marR="0" lvl="5"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6pPr>
            <a:lvl7pPr marL="3200400" marR="0" lvl="6"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7pPr>
            <a:lvl8pPr marL="3657600" marR="0" lvl="7"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8pPr>
            <a:lvl9pPr marL="4114800" marR="0" lvl="8"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9pPr>
          </a:lstStyle>
          <a:p>
            <a:pPr marL="139700" indent="0">
              <a:buNone/>
            </a:pPr>
            <a:endParaRPr lang="en-IN" sz="1300" dirty="0">
              <a:latin typeface="Bahnschrift" panose="020B0502040204020203" pitchFamily="34" charset="0"/>
            </a:endParaRPr>
          </a:p>
          <a:p>
            <a:pPr marL="139700" indent="0">
              <a:buNone/>
            </a:pPr>
            <a:r>
              <a:rPr lang="en-IN" sz="1300" dirty="0">
                <a:latin typeface="Bahnschrift" panose="020B0502040204020203" pitchFamily="34" charset="0"/>
              </a:rPr>
              <a:t>Using the users activity data they are segmented in multiple category.</a:t>
            </a:r>
          </a:p>
          <a:p>
            <a:pPr marL="139700" indent="0">
              <a:buNone/>
            </a:pPr>
            <a:endParaRPr lang="en-IN" sz="1300" dirty="0">
              <a:latin typeface="Bahnschrift" panose="020B0502040204020203" pitchFamily="34" charset="0"/>
            </a:endParaRPr>
          </a:p>
          <a:p>
            <a:r>
              <a:rPr lang="en-IN" sz="1300" dirty="0">
                <a:latin typeface="Bahnschrift" panose="020B0502040204020203" pitchFamily="34" charset="0"/>
              </a:rPr>
              <a:t>“Inactive” if score is less than 20</a:t>
            </a:r>
          </a:p>
          <a:p>
            <a:endParaRPr lang="en-IN" sz="1300" dirty="0">
              <a:latin typeface="Bahnschrift" panose="020B0502040204020203" pitchFamily="34" charset="0"/>
            </a:endParaRPr>
          </a:p>
          <a:p>
            <a:r>
              <a:rPr lang="en-IN" sz="1300" dirty="0">
                <a:latin typeface="Bahnschrift" panose="020B0502040204020203" pitchFamily="34" charset="0"/>
              </a:rPr>
              <a:t>“Moderately Active” if score is between 20-200</a:t>
            </a:r>
          </a:p>
          <a:p>
            <a:endParaRPr lang="en-IN" sz="1300" dirty="0">
              <a:latin typeface="Bahnschrift" panose="020B0502040204020203" pitchFamily="34" charset="0"/>
            </a:endParaRPr>
          </a:p>
          <a:p>
            <a:r>
              <a:rPr lang="en-IN" sz="1300" dirty="0">
                <a:latin typeface="Bahnschrift" panose="020B0502040204020203" pitchFamily="34" charset="0"/>
              </a:rPr>
              <a:t> “Highly Active” if score is greater than 200.</a:t>
            </a:r>
          </a:p>
          <a:p>
            <a:endParaRPr lang="en-IN" sz="1300" dirty="0">
              <a:latin typeface="Bahnschrift" panose="020B0502040204020203" pitchFamily="34" charset="0"/>
            </a:endParaRPr>
          </a:p>
        </p:txBody>
      </p:sp>
      <p:pic>
        <p:nvPicPr>
          <p:cNvPr id="9" name="Picture 8">
            <a:extLst>
              <a:ext uri="{FF2B5EF4-FFF2-40B4-BE49-F238E27FC236}">
                <a16:creationId xmlns:a16="http://schemas.microsoft.com/office/drawing/2014/main" id="{2060809A-59FF-0AC9-227B-15C9ADEE5A26}"/>
              </a:ext>
            </a:extLst>
          </p:cNvPr>
          <p:cNvPicPr>
            <a:picLocks noChangeAspect="1"/>
          </p:cNvPicPr>
          <p:nvPr/>
        </p:nvPicPr>
        <p:blipFill>
          <a:blip r:embed="rId2"/>
          <a:stretch>
            <a:fillRect/>
          </a:stretch>
        </p:blipFill>
        <p:spPr>
          <a:xfrm>
            <a:off x="4296935" y="1308409"/>
            <a:ext cx="4559293" cy="2915823"/>
          </a:xfrm>
          <a:prstGeom prst="roundRect">
            <a:avLst>
              <a:gd name="adj" fmla="val 8594"/>
            </a:avLst>
          </a:prstGeom>
          <a:solidFill>
            <a:srgbClr val="FFFFFF">
              <a:shade val="85000"/>
            </a:srgbClr>
          </a:solidFill>
          <a:ln>
            <a:noFill/>
          </a:ln>
          <a:effectLst>
            <a:outerShdw blurRad="50800" dist="38100" dir="5400000" algn="t" rotWithShape="0">
              <a:prstClr val="black">
                <a:alpha val="40000"/>
              </a:prstClr>
            </a:outerShdw>
            <a:reflection blurRad="12700" stA="38000" endPos="28000" dist="5000" dir="5400000" sy="-100000" algn="bl" rotWithShape="0"/>
          </a:effectLst>
        </p:spPr>
      </p:pic>
    </p:spTree>
    <p:extLst>
      <p:ext uri="{BB962C8B-B14F-4D97-AF65-F5344CB8AC3E}">
        <p14:creationId xmlns:p14="http://schemas.microsoft.com/office/powerpoint/2010/main" val="45158369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1226F8-533B-99BE-814D-4DFF147D023F}"/>
              </a:ext>
            </a:extLst>
          </p:cNvPr>
          <p:cNvPicPr>
            <a:picLocks noChangeAspect="1"/>
          </p:cNvPicPr>
          <p:nvPr/>
        </p:nvPicPr>
        <p:blipFill>
          <a:blip r:embed="rId3"/>
          <a:stretch>
            <a:fillRect/>
          </a:stretch>
        </p:blipFill>
        <p:spPr>
          <a:xfrm>
            <a:off x="265325" y="1168519"/>
            <a:ext cx="4529747" cy="3059006"/>
          </a:xfrm>
          <a:prstGeom prst="roundRect">
            <a:avLst>
              <a:gd name="adj" fmla="val 8594"/>
            </a:avLst>
          </a:prstGeom>
          <a:solidFill>
            <a:srgbClr val="FFFFFF">
              <a:shade val="85000"/>
            </a:srgbClr>
          </a:solidFill>
          <a:ln>
            <a:noFill/>
          </a:ln>
          <a:effectLst>
            <a:outerShdw blurRad="50800" dist="38100" dir="5400000" algn="t" rotWithShape="0">
              <a:prstClr val="black">
                <a:alpha val="40000"/>
              </a:prstClr>
            </a:outerShdw>
            <a:reflection blurRad="12700" stA="38000" endPos="28000" dist="5000" dir="5400000" sy="-100000" algn="bl" rotWithShape="0"/>
          </a:effectLst>
        </p:spPr>
      </p:pic>
      <p:sp>
        <p:nvSpPr>
          <p:cNvPr id="2" name="Title 1">
            <a:extLst>
              <a:ext uri="{FF2B5EF4-FFF2-40B4-BE49-F238E27FC236}">
                <a16:creationId xmlns:a16="http://schemas.microsoft.com/office/drawing/2014/main" id="{F3EF8A3C-4489-C1A6-E82A-4160464BCF8C}"/>
              </a:ext>
            </a:extLst>
          </p:cNvPr>
          <p:cNvSpPr>
            <a:spLocks noGrp="1"/>
          </p:cNvSpPr>
          <p:nvPr>
            <p:ph type="title"/>
          </p:nvPr>
        </p:nvSpPr>
        <p:spPr>
          <a:xfrm>
            <a:off x="720000" y="231758"/>
            <a:ext cx="7704000" cy="511200"/>
          </a:xfrm>
        </p:spPr>
        <p:txBody>
          <a:bodyPr/>
          <a:lstStyle/>
          <a:p>
            <a:r>
              <a:rPr lang="en-US" sz="2800" u="sng" dirty="0">
                <a:latin typeface="Monsterat"/>
              </a:rPr>
              <a:t>USERS ENGAGEMENT OVER PLATFORM</a:t>
            </a:r>
            <a:endParaRPr lang="en-IN" sz="2800" u="sng" dirty="0">
              <a:latin typeface="Monsterat"/>
            </a:endParaRPr>
          </a:p>
        </p:txBody>
      </p:sp>
      <p:sp>
        <p:nvSpPr>
          <p:cNvPr id="3" name="Text Placeholder 2">
            <a:extLst>
              <a:ext uri="{FF2B5EF4-FFF2-40B4-BE49-F238E27FC236}">
                <a16:creationId xmlns:a16="http://schemas.microsoft.com/office/drawing/2014/main" id="{4D12BB22-6DF8-1539-1F7F-E8A569A96D87}"/>
              </a:ext>
            </a:extLst>
          </p:cNvPr>
          <p:cNvSpPr>
            <a:spLocks noGrp="1"/>
          </p:cNvSpPr>
          <p:nvPr>
            <p:ph type="body" idx="1"/>
          </p:nvPr>
        </p:nvSpPr>
        <p:spPr>
          <a:xfrm>
            <a:off x="4914018" y="1525575"/>
            <a:ext cx="3248675" cy="2518600"/>
          </a:xfrm>
        </p:spPr>
        <p:txBody>
          <a:bodyPr/>
          <a:lstStyle/>
          <a:p>
            <a:r>
              <a:rPr lang="en-IN" sz="1300" dirty="0">
                <a:latin typeface="Bahnschrift" panose="020B0502040204020203" pitchFamily="34" charset="0"/>
              </a:rPr>
              <a:t>Analysing Top 10 users based on their engagement.</a:t>
            </a:r>
          </a:p>
          <a:p>
            <a:endParaRPr lang="en-IN" sz="1300" dirty="0">
              <a:latin typeface="Bahnschrift" panose="020B0502040204020203" pitchFamily="34" charset="0"/>
            </a:endParaRPr>
          </a:p>
          <a:p>
            <a:r>
              <a:rPr lang="en-IN" sz="1300" dirty="0">
                <a:latin typeface="Bahnschrift" panose="020B0502040204020203" pitchFamily="34" charset="0"/>
              </a:rPr>
              <a:t>Engagement  is total number of likes and comments received on the users posts.</a:t>
            </a:r>
          </a:p>
          <a:p>
            <a:endParaRPr lang="en-IN" sz="1300" dirty="0">
              <a:latin typeface="Bahnschrift" panose="020B0502040204020203" pitchFamily="34" charset="0"/>
            </a:endParaRPr>
          </a:p>
          <a:p>
            <a:r>
              <a:rPr lang="en-IN" sz="1300" dirty="0">
                <a:latin typeface="Bahnschrift" panose="020B0502040204020203" pitchFamily="34" charset="0"/>
              </a:rPr>
              <a:t>Helps us determining the users who can be potential influencers or ambassadors.</a:t>
            </a:r>
          </a:p>
        </p:txBody>
      </p:sp>
    </p:spTree>
    <p:extLst>
      <p:ext uri="{BB962C8B-B14F-4D97-AF65-F5344CB8AC3E}">
        <p14:creationId xmlns:p14="http://schemas.microsoft.com/office/powerpoint/2010/main" val="111454043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D105-894A-5BAB-8D38-78ECE2D5C8C5}"/>
              </a:ext>
            </a:extLst>
          </p:cNvPr>
          <p:cNvSpPr>
            <a:spLocks noGrp="1"/>
          </p:cNvSpPr>
          <p:nvPr>
            <p:ph type="title"/>
          </p:nvPr>
        </p:nvSpPr>
        <p:spPr>
          <a:xfrm>
            <a:off x="1337034" y="266960"/>
            <a:ext cx="6238361" cy="511200"/>
          </a:xfrm>
        </p:spPr>
        <p:txBody>
          <a:bodyPr/>
          <a:lstStyle/>
          <a:p>
            <a:r>
              <a:rPr lang="en-IN" sz="2800" u="sng" dirty="0">
                <a:latin typeface="Monsterat"/>
              </a:rPr>
              <a:t>MONTHLY ENGAGEMENT ON PLATFROM</a:t>
            </a:r>
          </a:p>
        </p:txBody>
      </p:sp>
      <p:pic>
        <p:nvPicPr>
          <p:cNvPr id="5" name="Picture 4">
            <a:extLst>
              <a:ext uri="{FF2B5EF4-FFF2-40B4-BE49-F238E27FC236}">
                <a16:creationId xmlns:a16="http://schemas.microsoft.com/office/drawing/2014/main" id="{2D42AC6A-2DF4-B901-AF7F-687EE1CF2C90}"/>
              </a:ext>
            </a:extLst>
          </p:cNvPr>
          <p:cNvPicPr>
            <a:picLocks noChangeAspect="1"/>
          </p:cNvPicPr>
          <p:nvPr/>
        </p:nvPicPr>
        <p:blipFill>
          <a:blip r:embed="rId2"/>
          <a:stretch>
            <a:fillRect/>
          </a:stretch>
        </p:blipFill>
        <p:spPr>
          <a:xfrm>
            <a:off x="4572000" y="1316551"/>
            <a:ext cx="3993249" cy="2981879"/>
          </a:xfrm>
          <a:prstGeom prst="roundRect">
            <a:avLst>
              <a:gd name="adj" fmla="val 8594"/>
            </a:avLst>
          </a:prstGeom>
          <a:solidFill>
            <a:srgbClr val="FFFFFF">
              <a:shade val="85000"/>
            </a:srgbClr>
          </a:solidFill>
          <a:ln>
            <a:noFill/>
          </a:ln>
          <a:effectLst>
            <a:outerShdw blurRad="50800" dist="38100" dir="5400000" algn="t" rotWithShape="0">
              <a:prstClr val="black">
                <a:alpha val="40000"/>
              </a:prstClr>
            </a:outerShdw>
            <a:reflection blurRad="12700" stA="38000" endPos="28000" dist="5000" dir="5400000" sy="-100000" algn="bl" rotWithShape="0"/>
          </a:effectLst>
        </p:spPr>
      </p:pic>
      <p:sp>
        <p:nvSpPr>
          <p:cNvPr id="7" name="Text Placeholder 2">
            <a:extLst>
              <a:ext uri="{FF2B5EF4-FFF2-40B4-BE49-F238E27FC236}">
                <a16:creationId xmlns:a16="http://schemas.microsoft.com/office/drawing/2014/main" id="{224B7E49-556F-B692-4D70-E8124F9288C3}"/>
              </a:ext>
            </a:extLst>
          </p:cNvPr>
          <p:cNvSpPr txBox="1">
            <a:spLocks/>
          </p:cNvSpPr>
          <p:nvPr/>
        </p:nvSpPr>
        <p:spPr>
          <a:xfrm>
            <a:off x="667961" y="1712060"/>
            <a:ext cx="3993249" cy="232467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2"/>
              </a:buClr>
              <a:buSzPts val="14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1pPr>
            <a:lvl2pPr marL="914400" marR="0" lvl="1"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2pPr>
            <a:lvl3pPr marL="1371600" marR="0" lvl="2"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3pPr>
            <a:lvl4pPr marL="1828800" marR="0" lvl="3"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4pPr>
            <a:lvl5pPr marL="2286000" marR="0" lvl="4"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5pPr>
            <a:lvl6pPr marL="2743200" marR="0" lvl="5"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6pPr>
            <a:lvl7pPr marL="3200400" marR="0" lvl="6"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7pPr>
            <a:lvl8pPr marL="3657600" marR="0" lvl="7"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8pPr>
            <a:lvl9pPr marL="4114800" marR="0" lvl="8" indent="-304800" algn="l" rtl="0">
              <a:lnSpc>
                <a:spcPct val="100000"/>
              </a:lnSpc>
              <a:spcBef>
                <a:spcPts val="0"/>
              </a:spcBef>
              <a:spcAft>
                <a:spcPts val="0"/>
              </a:spcAft>
              <a:buClr>
                <a:schemeClr val="accent2"/>
              </a:buClr>
              <a:buSzPts val="1200"/>
              <a:buFont typeface="Montserrat Medium"/>
              <a:buChar char="■"/>
              <a:defRPr sz="1200" b="0" i="0" u="none" strike="noStrike" cap="none">
                <a:solidFill>
                  <a:schemeClr val="accent2"/>
                </a:solidFill>
                <a:latin typeface="Montserrat Medium"/>
                <a:ea typeface="Montserrat Medium"/>
                <a:cs typeface="Montserrat Medium"/>
                <a:sym typeface="Montserrat Medium"/>
              </a:defRPr>
            </a:lvl9pPr>
          </a:lstStyle>
          <a:p>
            <a:r>
              <a:rPr lang="en-IN" sz="1300" dirty="0">
                <a:latin typeface="Bahnschrift" panose="020B0502040204020203" pitchFamily="34" charset="0"/>
              </a:rPr>
              <a:t>Monthly engagement represents how engaging the platform’s content and user content are monthly.</a:t>
            </a:r>
          </a:p>
          <a:p>
            <a:endParaRPr lang="en-IN" sz="1300" dirty="0">
              <a:latin typeface="Bahnschrift" panose="020B0502040204020203" pitchFamily="34" charset="0"/>
            </a:endParaRPr>
          </a:p>
          <a:p>
            <a:r>
              <a:rPr lang="en-IN" sz="1300" dirty="0">
                <a:latin typeface="Bahnschrift" panose="020B0502040204020203" pitchFamily="34" charset="0"/>
              </a:rPr>
              <a:t>Essential for analysing the potential month for launching brand campaigns.</a:t>
            </a:r>
          </a:p>
          <a:p>
            <a:endParaRPr lang="en-IN" sz="1300" dirty="0">
              <a:latin typeface="Bahnschrift" panose="020B0502040204020203" pitchFamily="34" charset="0"/>
            </a:endParaRPr>
          </a:p>
          <a:p>
            <a:r>
              <a:rPr lang="en-IN" sz="1300" dirty="0">
                <a:latin typeface="Bahnschrift" panose="020B0502040204020203" pitchFamily="34" charset="0"/>
              </a:rPr>
              <a:t>Here in JUNE 2026 have total engagement greater than 10,000 which is the highest.</a:t>
            </a:r>
          </a:p>
        </p:txBody>
      </p:sp>
    </p:spTree>
    <p:extLst>
      <p:ext uri="{BB962C8B-B14F-4D97-AF65-F5344CB8AC3E}">
        <p14:creationId xmlns:p14="http://schemas.microsoft.com/office/powerpoint/2010/main" val="278789392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8D83A-A577-6F7A-C7BF-2142EBEB0E52}"/>
              </a:ext>
            </a:extLst>
          </p:cNvPr>
          <p:cNvSpPr>
            <a:spLocks noGrp="1"/>
          </p:cNvSpPr>
          <p:nvPr>
            <p:ph type="title"/>
          </p:nvPr>
        </p:nvSpPr>
        <p:spPr>
          <a:xfrm>
            <a:off x="1448546" y="105378"/>
            <a:ext cx="5888956" cy="511200"/>
          </a:xfrm>
        </p:spPr>
        <p:txBody>
          <a:bodyPr/>
          <a:lstStyle/>
          <a:p>
            <a:r>
              <a:rPr lang="en-IN" sz="2800" u="sng" dirty="0">
                <a:latin typeface="Monsterat"/>
              </a:rPr>
              <a:t>ANALYSING TREND USING HASHTAGS</a:t>
            </a:r>
          </a:p>
        </p:txBody>
      </p:sp>
      <p:sp>
        <p:nvSpPr>
          <p:cNvPr id="3" name="Text Placeholder 2">
            <a:extLst>
              <a:ext uri="{FF2B5EF4-FFF2-40B4-BE49-F238E27FC236}">
                <a16:creationId xmlns:a16="http://schemas.microsoft.com/office/drawing/2014/main" id="{98CB79DA-DA56-BCC1-F95A-0193B291562E}"/>
              </a:ext>
            </a:extLst>
          </p:cNvPr>
          <p:cNvSpPr>
            <a:spLocks noGrp="1"/>
          </p:cNvSpPr>
          <p:nvPr>
            <p:ph type="body" idx="1"/>
          </p:nvPr>
        </p:nvSpPr>
        <p:spPr>
          <a:xfrm>
            <a:off x="5203347" y="1239460"/>
            <a:ext cx="3323620" cy="3228462"/>
          </a:xfrm>
          <a:ln>
            <a:noFill/>
          </a:ln>
        </p:spPr>
        <p:txBody>
          <a:bodyPr/>
          <a:lstStyle/>
          <a:p>
            <a:r>
              <a:rPr lang="en-IN" sz="1300" dirty="0">
                <a:latin typeface="Bahnschrift" panose="020B0502040204020203" pitchFamily="34" charset="0"/>
              </a:rPr>
              <a:t>Trending hashtags indicate the topics and interests that resonate most with users."</a:t>
            </a:r>
          </a:p>
          <a:p>
            <a:endParaRPr lang="en-IN" sz="1300" dirty="0">
              <a:latin typeface="Bahnschrift" panose="020B0502040204020203" pitchFamily="34" charset="0"/>
            </a:endParaRPr>
          </a:p>
          <a:p>
            <a:r>
              <a:rPr lang="en-IN" sz="1300" dirty="0">
                <a:latin typeface="Bahnschrift" panose="020B0502040204020203" pitchFamily="34" charset="0"/>
              </a:rPr>
              <a:t>This analysis helps us to identify potential trend and which tags are most used and popular among the users.</a:t>
            </a:r>
          </a:p>
          <a:p>
            <a:endParaRPr lang="en-IN" sz="1300" dirty="0">
              <a:latin typeface="Bahnschrift" panose="020B0502040204020203" pitchFamily="34" charset="0"/>
            </a:endParaRPr>
          </a:p>
          <a:p>
            <a:r>
              <a:rPr lang="en-IN" sz="1300" dirty="0">
                <a:latin typeface="Bahnschrift" panose="020B0502040204020203" pitchFamily="34" charset="0"/>
              </a:rPr>
              <a:t>The first numerical (for e.g. 59) value show how many users have used this tag and second value (for e.g. 3758) shows the popularity.</a:t>
            </a:r>
          </a:p>
          <a:p>
            <a:endParaRPr lang="en-IN" sz="1300" dirty="0">
              <a:latin typeface="Bahnschrift" panose="020B0502040204020203" pitchFamily="34" charset="0"/>
            </a:endParaRPr>
          </a:p>
        </p:txBody>
      </p:sp>
      <p:pic>
        <p:nvPicPr>
          <p:cNvPr id="7" name="Picture 6">
            <a:extLst>
              <a:ext uri="{FF2B5EF4-FFF2-40B4-BE49-F238E27FC236}">
                <a16:creationId xmlns:a16="http://schemas.microsoft.com/office/drawing/2014/main" id="{2F04643C-7005-685B-55D1-BA6805AAAA5B}"/>
              </a:ext>
            </a:extLst>
          </p:cNvPr>
          <p:cNvPicPr>
            <a:picLocks noChangeAspect="1"/>
          </p:cNvPicPr>
          <p:nvPr/>
        </p:nvPicPr>
        <p:blipFill>
          <a:blip r:embed="rId2"/>
          <a:stretch>
            <a:fillRect/>
          </a:stretch>
        </p:blipFill>
        <p:spPr>
          <a:xfrm>
            <a:off x="191297" y="1068476"/>
            <a:ext cx="5012050" cy="3155232"/>
          </a:xfrm>
          <a:prstGeom prst="roundRect">
            <a:avLst>
              <a:gd name="adj" fmla="val 8594"/>
            </a:avLst>
          </a:prstGeom>
          <a:solidFill>
            <a:srgbClr val="FFFFFF">
              <a:shade val="85000"/>
            </a:srgbClr>
          </a:solidFill>
          <a:ln>
            <a:noFill/>
          </a:ln>
          <a:effectLst>
            <a:outerShdw blurRad="50800" dist="38100" dir="5400000" algn="t" rotWithShape="0">
              <a:prstClr val="black">
                <a:alpha val="40000"/>
              </a:prstClr>
            </a:outerShdw>
            <a:reflection blurRad="12700" stA="38000" endPos="28000" dist="5000" dir="5400000" sy="-100000" algn="bl" rotWithShape="0"/>
          </a:effectLst>
        </p:spPr>
      </p:pic>
    </p:spTree>
    <p:extLst>
      <p:ext uri="{BB962C8B-B14F-4D97-AF65-F5344CB8AC3E}">
        <p14:creationId xmlns:p14="http://schemas.microsoft.com/office/powerpoint/2010/main" val="208714689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6CA5A-138F-2892-F6A5-D1DD6C42F96D}"/>
              </a:ext>
            </a:extLst>
          </p:cNvPr>
          <p:cNvSpPr>
            <a:spLocks noGrp="1"/>
          </p:cNvSpPr>
          <p:nvPr>
            <p:ph type="title"/>
          </p:nvPr>
        </p:nvSpPr>
        <p:spPr>
          <a:xfrm>
            <a:off x="1054536" y="402743"/>
            <a:ext cx="4268313" cy="511200"/>
          </a:xfrm>
        </p:spPr>
        <p:txBody>
          <a:bodyPr/>
          <a:lstStyle/>
          <a:p>
            <a:r>
              <a:rPr lang="en-IN" sz="2800" u="sng" dirty="0">
                <a:latin typeface="Monsterat"/>
              </a:rPr>
              <a:t>ACTIVE / INACTIVE USERS </a:t>
            </a:r>
          </a:p>
        </p:txBody>
      </p:sp>
      <p:sp>
        <p:nvSpPr>
          <p:cNvPr id="3" name="Text Placeholder 2">
            <a:extLst>
              <a:ext uri="{FF2B5EF4-FFF2-40B4-BE49-F238E27FC236}">
                <a16:creationId xmlns:a16="http://schemas.microsoft.com/office/drawing/2014/main" id="{079A2E49-B271-0761-F58D-DB0F3F81719E}"/>
              </a:ext>
            </a:extLst>
          </p:cNvPr>
          <p:cNvSpPr>
            <a:spLocks noGrp="1"/>
          </p:cNvSpPr>
          <p:nvPr>
            <p:ph type="body" idx="1"/>
          </p:nvPr>
        </p:nvSpPr>
        <p:spPr>
          <a:xfrm>
            <a:off x="4088781" y="1808910"/>
            <a:ext cx="3755356" cy="2354299"/>
          </a:xfrm>
        </p:spPr>
        <p:txBody>
          <a:bodyPr/>
          <a:lstStyle/>
          <a:p>
            <a:r>
              <a:rPr lang="en-IN" sz="1300" dirty="0">
                <a:latin typeface="Bahnschrift" panose="020B0502040204020203" pitchFamily="34" charset="0"/>
              </a:rPr>
              <a:t>Inactive users are those users who have almost zero activity on the platform.</a:t>
            </a:r>
            <a:br>
              <a:rPr lang="en-IN" sz="1300" dirty="0">
                <a:latin typeface="Bahnschrift" panose="020B0502040204020203" pitchFamily="34" charset="0"/>
              </a:rPr>
            </a:br>
            <a:r>
              <a:rPr lang="en-IN" sz="1300" dirty="0">
                <a:latin typeface="Bahnschrift" panose="020B0502040204020203" pitchFamily="34" charset="0"/>
              </a:rPr>
              <a:t>i.e. users with 0 likes given, 0 posts made, 0 comments.</a:t>
            </a:r>
          </a:p>
          <a:p>
            <a:endParaRPr lang="en-IN" sz="1300" dirty="0">
              <a:latin typeface="Bahnschrift" panose="020B0502040204020203" pitchFamily="34" charset="0"/>
            </a:endParaRPr>
          </a:p>
          <a:p>
            <a:r>
              <a:rPr lang="en-IN" sz="1300" dirty="0">
                <a:latin typeface="Bahnschrift" panose="020B0502040204020203" pitchFamily="34" charset="0"/>
              </a:rPr>
              <a:t>Approx 13% of the users are “Inactive”.</a:t>
            </a:r>
          </a:p>
          <a:p>
            <a:endParaRPr lang="en-IN" sz="1300" dirty="0">
              <a:latin typeface="Bahnschrift" panose="020B0502040204020203" pitchFamily="34" charset="0"/>
            </a:endParaRPr>
          </a:p>
          <a:p>
            <a:r>
              <a:rPr lang="en-IN" sz="1300" dirty="0">
                <a:latin typeface="Bahnschrift" panose="020B0502040204020203" pitchFamily="34" charset="0"/>
              </a:rPr>
              <a:t>Identifying these users help us to understand what measure should be taken for these churned users.</a:t>
            </a:r>
          </a:p>
        </p:txBody>
      </p:sp>
      <p:pic>
        <p:nvPicPr>
          <p:cNvPr id="7" name="Picture 6">
            <a:extLst>
              <a:ext uri="{FF2B5EF4-FFF2-40B4-BE49-F238E27FC236}">
                <a16:creationId xmlns:a16="http://schemas.microsoft.com/office/drawing/2014/main" id="{A33112C8-BAE9-E01E-D9E1-DB347AAA8E32}"/>
              </a:ext>
            </a:extLst>
          </p:cNvPr>
          <p:cNvPicPr>
            <a:picLocks noChangeAspect="1"/>
          </p:cNvPicPr>
          <p:nvPr/>
        </p:nvPicPr>
        <p:blipFill>
          <a:blip r:embed="rId2"/>
          <a:stretch>
            <a:fillRect/>
          </a:stretch>
        </p:blipFill>
        <p:spPr>
          <a:xfrm>
            <a:off x="771756" y="1583472"/>
            <a:ext cx="2830116" cy="300116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0239379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88C60-C820-F472-22C5-D74B3C69CD13}"/>
              </a:ext>
            </a:extLst>
          </p:cNvPr>
          <p:cNvSpPr>
            <a:spLocks noGrp="1"/>
          </p:cNvSpPr>
          <p:nvPr>
            <p:ph type="title"/>
          </p:nvPr>
        </p:nvSpPr>
        <p:spPr/>
        <p:txBody>
          <a:bodyPr/>
          <a:lstStyle/>
          <a:p>
            <a:r>
              <a:rPr lang="en-IN" sz="2800" u="sng" dirty="0">
                <a:latin typeface="Monsterat"/>
              </a:rPr>
              <a:t>STRATERGIC RECOMMENDATIONS</a:t>
            </a:r>
          </a:p>
        </p:txBody>
      </p:sp>
      <p:sp>
        <p:nvSpPr>
          <p:cNvPr id="3" name="Text Placeholder 2">
            <a:extLst>
              <a:ext uri="{FF2B5EF4-FFF2-40B4-BE49-F238E27FC236}">
                <a16:creationId xmlns:a16="http://schemas.microsoft.com/office/drawing/2014/main" id="{5D068D28-CAEF-A156-6FC4-8534945CEE02}"/>
              </a:ext>
            </a:extLst>
          </p:cNvPr>
          <p:cNvSpPr>
            <a:spLocks noGrp="1"/>
          </p:cNvSpPr>
          <p:nvPr>
            <p:ph type="body" idx="1"/>
          </p:nvPr>
        </p:nvSpPr>
        <p:spPr>
          <a:xfrm>
            <a:off x="1084865" y="1942374"/>
            <a:ext cx="4402127" cy="2607324"/>
          </a:xfrm>
        </p:spPr>
        <p:txBody>
          <a:bodyPr/>
          <a:lstStyle/>
          <a:p>
            <a:pPr>
              <a:buFont typeface="+mj-lt"/>
              <a:buAutoNum type="arabicPeriod"/>
            </a:pPr>
            <a:r>
              <a:rPr lang="en-IN" sz="1300" b="1" dirty="0">
                <a:latin typeface="Bahnschrift" panose="020B0502040204020203" pitchFamily="34" charset="0"/>
              </a:rPr>
              <a:t>Re-engage Inactive Users</a:t>
            </a:r>
          </a:p>
          <a:p>
            <a:pPr lvl="1">
              <a:buFont typeface="Wingdings" panose="05000000000000000000" pitchFamily="2" charset="2"/>
              <a:buChar char="§"/>
            </a:pPr>
            <a:r>
              <a:rPr lang="en-IN" sz="1300" dirty="0">
                <a:latin typeface="Bahnschrift" panose="020B0502040204020203" pitchFamily="34" charset="0"/>
              </a:rPr>
              <a:t>Launch personalized re-engagement campaigns through email and push notifications.</a:t>
            </a:r>
          </a:p>
          <a:p>
            <a:pPr lvl="1">
              <a:buFont typeface="Wingdings" panose="05000000000000000000" pitchFamily="2" charset="2"/>
              <a:buChar char="§"/>
            </a:pPr>
            <a:r>
              <a:rPr lang="en-IN" sz="1300" dirty="0">
                <a:latin typeface="Bahnschrift" panose="020B0502040204020203" pitchFamily="34" charset="0"/>
              </a:rPr>
              <a:t>Recommend accounts and trending content during login to encourage participation.</a:t>
            </a:r>
          </a:p>
          <a:p>
            <a:pPr lvl="1">
              <a:buFont typeface="Wingdings" panose="05000000000000000000" pitchFamily="2" charset="2"/>
              <a:buChar char="§"/>
            </a:pPr>
            <a:r>
              <a:rPr lang="en-IN" sz="1300" dirty="0">
                <a:latin typeface="Bahnschrift" panose="020B0502040204020203" pitchFamily="34" charset="0"/>
              </a:rPr>
              <a:t>Offer incentives such as featured content, badges, or challenges for first-time interactions.</a:t>
            </a:r>
          </a:p>
          <a:p>
            <a:pPr lvl="1">
              <a:buFont typeface="Wingdings" panose="05000000000000000000" pitchFamily="2" charset="2"/>
              <a:buChar char="§"/>
            </a:pPr>
            <a:r>
              <a:rPr lang="en-IN" sz="1300" dirty="0">
                <a:latin typeface="Bahnschrift" panose="020B0502040204020203" pitchFamily="34" charset="0"/>
              </a:rPr>
              <a:t>Recommend new accounts to follow using mutual connections and shared interests.</a:t>
            </a:r>
            <a:endParaRPr lang="en-IN" sz="1300" b="1" dirty="0">
              <a:latin typeface="Bahnschrift" panose="020B0502040204020203" pitchFamily="34" charset="0"/>
            </a:endParaRPr>
          </a:p>
          <a:p>
            <a:pPr marL="139700" indent="0">
              <a:buNone/>
            </a:pPr>
            <a:endParaRPr lang="en-IN" sz="1300" b="1" dirty="0">
              <a:latin typeface="Bahnschrift" panose="020B0502040204020203" pitchFamily="34" charset="0"/>
            </a:endParaRPr>
          </a:p>
        </p:txBody>
      </p:sp>
      <p:grpSp>
        <p:nvGrpSpPr>
          <p:cNvPr id="10" name="Google Shape;9075;p61">
            <a:extLst>
              <a:ext uri="{FF2B5EF4-FFF2-40B4-BE49-F238E27FC236}">
                <a16:creationId xmlns:a16="http://schemas.microsoft.com/office/drawing/2014/main" id="{069BCB60-1F64-4EDF-4665-4B752F14B6F5}"/>
              </a:ext>
            </a:extLst>
          </p:cNvPr>
          <p:cNvGrpSpPr/>
          <p:nvPr/>
        </p:nvGrpSpPr>
        <p:grpSpPr>
          <a:xfrm>
            <a:off x="531976" y="1851101"/>
            <a:ext cx="409589" cy="409467"/>
            <a:chOff x="1421638" y="4125629"/>
            <a:chExt cx="374709" cy="374010"/>
          </a:xfrm>
        </p:grpSpPr>
        <p:sp>
          <p:nvSpPr>
            <p:cNvPr id="11" name="Google Shape;9076;p61">
              <a:extLst>
                <a:ext uri="{FF2B5EF4-FFF2-40B4-BE49-F238E27FC236}">
                  <a16:creationId xmlns:a16="http://schemas.microsoft.com/office/drawing/2014/main" id="{19D32950-BBFF-6C1B-CC46-EBD99904DA24}"/>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077;p61">
              <a:extLst>
                <a:ext uri="{FF2B5EF4-FFF2-40B4-BE49-F238E27FC236}">
                  <a16:creationId xmlns:a16="http://schemas.microsoft.com/office/drawing/2014/main" id="{14B496A7-BD3D-DC9C-5A06-B5D2E63DAB65}"/>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 name="Picture 8">
            <a:extLst>
              <a:ext uri="{FF2B5EF4-FFF2-40B4-BE49-F238E27FC236}">
                <a16:creationId xmlns:a16="http://schemas.microsoft.com/office/drawing/2014/main" id="{72DB446D-7043-E9FD-0CC3-CF40BC235225}"/>
              </a:ext>
            </a:extLst>
          </p:cNvPr>
          <p:cNvPicPr>
            <a:picLocks noChangeAspect="1"/>
          </p:cNvPicPr>
          <p:nvPr/>
        </p:nvPicPr>
        <p:blipFill>
          <a:blip r:embed="rId2"/>
          <a:stretch>
            <a:fillRect/>
          </a:stretch>
        </p:blipFill>
        <p:spPr>
          <a:xfrm>
            <a:off x="5742751" y="1501979"/>
            <a:ext cx="2219739" cy="2629537"/>
          </a:xfrm>
          <a:prstGeom prst="rect">
            <a:avLst/>
          </a:prstGeom>
        </p:spPr>
      </p:pic>
      <p:sp>
        <p:nvSpPr>
          <p:cNvPr id="14" name="Callout: Line 13">
            <a:extLst>
              <a:ext uri="{FF2B5EF4-FFF2-40B4-BE49-F238E27FC236}">
                <a16:creationId xmlns:a16="http://schemas.microsoft.com/office/drawing/2014/main" id="{618452E9-AC71-C2FA-2408-A80F60B6AE69}"/>
              </a:ext>
            </a:extLst>
          </p:cNvPr>
          <p:cNvSpPr/>
          <p:nvPr/>
        </p:nvSpPr>
        <p:spPr>
          <a:xfrm>
            <a:off x="7563824" y="1610564"/>
            <a:ext cx="576565" cy="275062"/>
          </a:xfrm>
          <a:prstGeom prst="borderCallout1">
            <a:avLst>
              <a:gd name="adj1" fmla="val 53838"/>
              <a:gd name="adj2" fmla="val -1016"/>
              <a:gd name="adj3" fmla="val 111346"/>
              <a:gd name="adj4" fmla="val -27868"/>
            </a:avLst>
          </a:prstGeom>
          <a:ln>
            <a:solidFill>
              <a:schemeClr val="accent6">
                <a:lumMod val="8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800" b="1" dirty="0">
                <a:solidFill>
                  <a:schemeClr val="accent2"/>
                </a:solidFill>
              </a:rPr>
              <a:t>Inactive 13 %</a:t>
            </a:r>
          </a:p>
        </p:txBody>
      </p:sp>
    </p:spTree>
    <p:extLst>
      <p:ext uri="{BB962C8B-B14F-4D97-AF65-F5344CB8AC3E}">
        <p14:creationId xmlns:p14="http://schemas.microsoft.com/office/powerpoint/2010/main" val="27612081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5558CB3-90E6-0ACF-7218-7C313870B26F}"/>
              </a:ext>
            </a:extLst>
          </p:cNvPr>
          <p:cNvSpPr>
            <a:spLocks noGrp="1"/>
          </p:cNvSpPr>
          <p:nvPr>
            <p:ph type="body" idx="1"/>
          </p:nvPr>
        </p:nvSpPr>
        <p:spPr>
          <a:xfrm>
            <a:off x="923635" y="946412"/>
            <a:ext cx="7187019" cy="3313354"/>
          </a:xfrm>
        </p:spPr>
        <p:txBody>
          <a:bodyPr/>
          <a:lstStyle/>
          <a:p>
            <a:pPr marL="482600" indent="-342900">
              <a:buAutoNum type="arabicPeriod" startAt="2"/>
            </a:pPr>
            <a:r>
              <a:rPr lang="en-IN" sz="1300" b="1" dirty="0">
                <a:latin typeface="Bahnschrift" panose="020B0502040204020203" pitchFamily="34" charset="0"/>
              </a:rPr>
              <a:t>Leverage High-Engagement Users</a:t>
            </a:r>
            <a:br>
              <a:rPr lang="en-IN" sz="1300" b="1" dirty="0">
                <a:latin typeface="Bahnschrift" panose="020B0502040204020203" pitchFamily="34" charset="0"/>
              </a:rPr>
            </a:br>
            <a:endParaRPr lang="en-IN" sz="1300" b="1" dirty="0">
              <a:latin typeface="Bahnschrift" panose="020B0502040204020203" pitchFamily="34" charset="0"/>
            </a:endParaRPr>
          </a:p>
          <a:p>
            <a:pPr lvl="2"/>
            <a:r>
              <a:rPr lang="en-IN" sz="1300" dirty="0">
                <a:latin typeface="Bahnschrift" panose="020B0502040204020203" pitchFamily="34" charset="0"/>
              </a:rPr>
              <a:t>Identify these users as potential creators, influencers, or brand ambassadors.</a:t>
            </a:r>
          </a:p>
          <a:p>
            <a:pPr lvl="2"/>
            <a:r>
              <a:rPr lang="en-IN" sz="1300" dirty="0">
                <a:latin typeface="Bahnschrift" panose="020B0502040204020203" pitchFamily="34" charset="0"/>
              </a:rPr>
              <a:t>Promote their content through recommendations and Explore feeds.</a:t>
            </a:r>
          </a:p>
          <a:p>
            <a:pPr lvl="2"/>
            <a:r>
              <a:rPr lang="en-IN" sz="1300" dirty="0">
                <a:latin typeface="Bahnschrift" panose="020B0502040204020203" pitchFamily="34" charset="0"/>
              </a:rPr>
              <a:t>Collaborate with them for promotional campaigns and community events.</a:t>
            </a:r>
          </a:p>
          <a:p>
            <a:pPr marL="1054100" lvl="2" indent="0">
              <a:buNone/>
            </a:pPr>
            <a:endParaRPr lang="en-IN" sz="1300" b="1" dirty="0">
              <a:latin typeface="Bahnschrift" panose="020B0502040204020203" pitchFamily="34" charset="0"/>
            </a:endParaRPr>
          </a:p>
          <a:p>
            <a:pPr marL="1054100" lvl="2" indent="0">
              <a:buNone/>
            </a:pPr>
            <a:endParaRPr lang="en-IN" sz="1300" b="1" dirty="0">
              <a:latin typeface="Bahnschrift" panose="020B0502040204020203" pitchFamily="34" charset="0"/>
            </a:endParaRPr>
          </a:p>
          <a:p>
            <a:pPr marL="1054100" lvl="2" indent="0">
              <a:buNone/>
            </a:pPr>
            <a:endParaRPr lang="en-IN" sz="1300" b="1" dirty="0">
              <a:latin typeface="Bahnschrift" panose="020B0502040204020203" pitchFamily="34" charset="0"/>
            </a:endParaRPr>
          </a:p>
          <a:p>
            <a:pPr marL="1054100" lvl="2" indent="0">
              <a:buNone/>
            </a:pPr>
            <a:endParaRPr lang="en-IN" sz="1300" b="1" dirty="0">
              <a:latin typeface="Bahnschrift" panose="020B0502040204020203" pitchFamily="34" charset="0"/>
            </a:endParaRPr>
          </a:p>
          <a:p>
            <a:pPr marL="482600" indent="-342900">
              <a:buFont typeface="Montserrat Medium"/>
              <a:buAutoNum type="arabicPeriod" startAt="3"/>
            </a:pPr>
            <a:r>
              <a:rPr lang="en-IN" sz="1300" b="1" dirty="0">
                <a:latin typeface="Bahnschrift" panose="020B0502040204020203" pitchFamily="34" charset="0"/>
              </a:rPr>
              <a:t>Promote Trending Hashtags</a:t>
            </a:r>
          </a:p>
          <a:p>
            <a:pPr marL="1397000" lvl="2" indent="-342900"/>
            <a:r>
              <a:rPr lang="en-IN" sz="1300" dirty="0">
                <a:latin typeface="Bahnschrift" panose="020B0502040204020203" pitchFamily="34" charset="0"/>
              </a:rPr>
              <a:t>Feature trending hashtags on the homepage or Explore section.</a:t>
            </a:r>
          </a:p>
          <a:p>
            <a:pPr marL="1397000" lvl="2" indent="-342900"/>
            <a:r>
              <a:rPr lang="en-IN" sz="1300" dirty="0">
                <a:latin typeface="Bahnschrift" panose="020B0502040204020203" pitchFamily="34" charset="0"/>
              </a:rPr>
              <a:t>Recommend relevant hashtags while users create posts. </a:t>
            </a:r>
          </a:p>
          <a:p>
            <a:pPr marL="1397000" lvl="2" indent="-342900"/>
            <a:r>
              <a:rPr lang="en-IN" sz="1300" dirty="0">
                <a:latin typeface="Bahnschrift" panose="020B0502040204020203" pitchFamily="34" charset="0"/>
              </a:rPr>
              <a:t>Create seasonal hashtag campaigns to encourage participation.</a:t>
            </a:r>
            <a:endParaRPr lang="en-IN" sz="1300" b="1" dirty="0">
              <a:latin typeface="Bahnschrift" panose="020B0502040204020203" pitchFamily="34" charset="0"/>
            </a:endParaRPr>
          </a:p>
          <a:p>
            <a:pPr marL="1054100" lvl="2" indent="0">
              <a:buNone/>
            </a:pPr>
            <a:endParaRPr lang="en-IN" sz="1300" dirty="0">
              <a:latin typeface="Bahnschrift" panose="020B0502040204020203" pitchFamily="34" charset="0"/>
            </a:endParaRPr>
          </a:p>
        </p:txBody>
      </p:sp>
      <p:grpSp>
        <p:nvGrpSpPr>
          <p:cNvPr id="7" name="Google Shape;9153;p61">
            <a:extLst>
              <a:ext uri="{FF2B5EF4-FFF2-40B4-BE49-F238E27FC236}">
                <a16:creationId xmlns:a16="http://schemas.microsoft.com/office/drawing/2014/main" id="{3FC6962C-3D4B-FD32-BE01-C9495CE3EBDC}"/>
              </a:ext>
            </a:extLst>
          </p:cNvPr>
          <p:cNvGrpSpPr/>
          <p:nvPr/>
        </p:nvGrpSpPr>
        <p:grpSpPr>
          <a:xfrm>
            <a:off x="556103" y="3009086"/>
            <a:ext cx="374177" cy="374263"/>
            <a:chOff x="775325" y="4143525"/>
            <a:chExt cx="468776" cy="468884"/>
          </a:xfrm>
        </p:grpSpPr>
        <p:sp>
          <p:nvSpPr>
            <p:cNvPr id="8" name="Google Shape;9154;p61">
              <a:extLst>
                <a:ext uri="{FF2B5EF4-FFF2-40B4-BE49-F238E27FC236}">
                  <a16:creationId xmlns:a16="http://schemas.microsoft.com/office/drawing/2014/main" id="{F274766C-42C5-0668-F01B-0044790788F8}"/>
                </a:ext>
              </a:extLst>
            </p:cNvPr>
            <p:cNvSpPr/>
            <p:nvPr/>
          </p:nvSpPr>
          <p:spPr>
            <a:xfrm>
              <a:off x="851953" y="4143525"/>
              <a:ext cx="392147" cy="390479"/>
            </a:xfrm>
            <a:custGeom>
              <a:avLst/>
              <a:gdLst/>
              <a:ahLst/>
              <a:cxnLst/>
              <a:rect l="l" t="t" r="r" b="b"/>
              <a:pathLst>
                <a:path w="36428" h="36273" extrusionOk="0">
                  <a:moveTo>
                    <a:pt x="31907" y="5435"/>
                  </a:moveTo>
                  <a:lnTo>
                    <a:pt x="20788" y="22612"/>
                  </a:lnTo>
                  <a:lnTo>
                    <a:pt x="18511" y="26131"/>
                  </a:lnTo>
                  <a:lnTo>
                    <a:pt x="8884" y="28458"/>
                  </a:lnTo>
                  <a:lnTo>
                    <a:pt x="31907" y="5435"/>
                  </a:lnTo>
                  <a:close/>
                  <a:moveTo>
                    <a:pt x="35713" y="94"/>
                  </a:moveTo>
                  <a:cubicBezTo>
                    <a:pt x="35665" y="94"/>
                    <a:pt x="35615" y="100"/>
                    <a:pt x="35565" y="112"/>
                  </a:cubicBezTo>
                  <a:lnTo>
                    <a:pt x="35564" y="112"/>
                  </a:lnTo>
                  <a:cubicBezTo>
                    <a:pt x="35555" y="114"/>
                    <a:pt x="36041" y="1"/>
                    <a:pt x="660" y="8270"/>
                  </a:cubicBezTo>
                  <a:cubicBezTo>
                    <a:pt x="169" y="8385"/>
                    <a:pt x="0" y="8998"/>
                    <a:pt x="362" y="9348"/>
                  </a:cubicBezTo>
                  <a:lnTo>
                    <a:pt x="1592" y="10537"/>
                  </a:lnTo>
                  <a:cubicBezTo>
                    <a:pt x="1716" y="10656"/>
                    <a:pt x="1875" y="10715"/>
                    <a:pt x="2034" y="10715"/>
                  </a:cubicBezTo>
                  <a:cubicBezTo>
                    <a:pt x="2201" y="10715"/>
                    <a:pt x="2368" y="10650"/>
                    <a:pt x="2493" y="10522"/>
                  </a:cubicBezTo>
                  <a:cubicBezTo>
                    <a:pt x="2737" y="10269"/>
                    <a:pt x="2730" y="9866"/>
                    <a:pt x="2477" y="9621"/>
                  </a:cubicBezTo>
                  <a:lnTo>
                    <a:pt x="2087" y="9244"/>
                  </a:lnTo>
                  <a:lnTo>
                    <a:pt x="32295" y="2184"/>
                  </a:lnTo>
                  <a:lnTo>
                    <a:pt x="32295" y="2184"/>
                  </a:lnTo>
                  <a:lnTo>
                    <a:pt x="9830" y="16725"/>
                  </a:lnTo>
                  <a:lnTo>
                    <a:pt x="4431" y="11509"/>
                  </a:lnTo>
                  <a:cubicBezTo>
                    <a:pt x="4307" y="11389"/>
                    <a:pt x="4148" y="11330"/>
                    <a:pt x="3988" y="11330"/>
                  </a:cubicBezTo>
                  <a:cubicBezTo>
                    <a:pt x="3821" y="11330"/>
                    <a:pt x="3655" y="11395"/>
                    <a:pt x="3530" y="11524"/>
                  </a:cubicBezTo>
                  <a:cubicBezTo>
                    <a:pt x="3286" y="11777"/>
                    <a:pt x="3293" y="12180"/>
                    <a:pt x="3546" y="12423"/>
                  </a:cubicBezTo>
                  <a:lnTo>
                    <a:pt x="9046" y="17739"/>
                  </a:lnTo>
                  <a:lnTo>
                    <a:pt x="7766" y="23038"/>
                  </a:lnTo>
                  <a:cubicBezTo>
                    <a:pt x="7683" y="23379"/>
                    <a:pt x="7894" y="23723"/>
                    <a:pt x="8235" y="23806"/>
                  </a:cubicBezTo>
                  <a:cubicBezTo>
                    <a:pt x="8286" y="23818"/>
                    <a:pt x="8336" y="23824"/>
                    <a:pt x="8385" y="23824"/>
                  </a:cubicBezTo>
                  <a:cubicBezTo>
                    <a:pt x="8673" y="23824"/>
                    <a:pt x="8933" y="23628"/>
                    <a:pt x="9004" y="23337"/>
                  </a:cubicBezTo>
                  <a:lnTo>
                    <a:pt x="10311" y="17931"/>
                  </a:lnTo>
                  <a:lnTo>
                    <a:pt x="13829" y="15653"/>
                  </a:lnTo>
                  <a:lnTo>
                    <a:pt x="31005" y="4534"/>
                  </a:lnTo>
                  <a:lnTo>
                    <a:pt x="7983" y="27557"/>
                  </a:lnTo>
                  <a:lnTo>
                    <a:pt x="8365" y="25976"/>
                  </a:lnTo>
                  <a:cubicBezTo>
                    <a:pt x="8448" y="25634"/>
                    <a:pt x="8238" y="25290"/>
                    <a:pt x="7896" y="25208"/>
                  </a:cubicBezTo>
                  <a:cubicBezTo>
                    <a:pt x="7846" y="25195"/>
                    <a:pt x="7795" y="25190"/>
                    <a:pt x="7746" y="25190"/>
                  </a:cubicBezTo>
                  <a:cubicBezTo>
                    <a:pt x="7458" y="25190"/>
                    <a:pt x="7199" y="25385"/>
                    <a:pt x="7128" y="25677"/>
                  </a:cubicBezTo>
                  <a:lnTo>
                    <a:pt x="6213" y="29459"/>
                  </a:lnTo>
                  <a:cubicBezTo>
                    <a:pt x="6114" y="29868"/>
                    <a:pt x="6434" y="30245"/>
                    <a:pt x="6831" y="30245"/>
                  </a:cubicBezTo>
                  <a:cubicBezTo>
                    <a:pt x="6880" y="30245"/>
                    <a:pt x="6931" y="30239"/>
                    <a:pt x="6981" y="30227"/>
                  </a:cubicBezTo>
                  <a:lnTo>
                    <a:pt x="18702" y="27394"/>
                  </a:lnTo>
                  <a:lnTo>
                    <a:pt x="27093" y="36078"/>
                  </a:lnTo>
                  <a:cubicBezTo>
                    <a:pt x="27222" y="36211"/>
                    <a:pt x="27386" y="36272"/>
                    <a:pt x="27548" y="36272"/>
                  </a:cubicBezTo>
                  <a:cubicBezTo>
                    <a:pt x="27827" y="36272"/>
                    <a:pt x="28099" y="36091"/>
                    <a:pt x="28171" y="35781"/>
                  </a:cubicBezTo>
                  <a:lnTo>
                    <a:pt x="33640" y="12387"/>
                  </a:lnTo>
                  <a:cubicBezTo>
                    <a:pt x="33719" y="12044"/>
                    <a:pt x="33506" y="11702"/>
                    <a:pt x="33164" y="11622"/>
                  </a:cubicBezTo>
                  <a:cubicBezTo>
                    <a:pt x="33115" y="11611"/>
                    <a:pt x="33067" y="11605"/>
                    <a:pt x="33018" y="11605"/>
                  </a:cubicBezTo>
                  <a:cubicBezTo>
                    <a:pt x="32729" y="11605"/>
                    <a:pt x="32467" y="11803"/>
                    <a:pt x="32399" y="12097"/>
                  </a:cubicBezTo>
                  <a:lnTo>
                    <a:pt x="27197" y="34353"/>
                  </a:lnTo>
                  <a:lnTo>
                    <a:pt x="19716" y="26610"/>
                  </a:lnTo>
                  <a:lnTo>
                    <a:pt x="34258" y="4147"/>
                  </a:lnTo>
                  <a:lnTo>
                    <a:pt x="33017" y="9453"/>
                  </a:lnTo>
                  <a:cubicBezTo>
                    <a:pt x="32938" y="9796"/>
                    <a:pt x="33150" y="10138"/>
                    <a:pt x="33492" y="10218"/>
                  </a:cubicBezTo>
                  <a:cubicBezTo>
                    <a:pt x="33541" y="10229"/>
                    <a:pt x="33590" y="10235"/>
                    <a:pt x="33638" y="10235"/>
                  </a:cubicBezTo>
                  <a:cubicBezTo>
                    <a:pt x="33927" y="10235"/>
                    <a:pt x="34189" y="10037"/>
                    <a:pt x="34256" y="9743"/>
                  </a:cubicBezTo>
                  <a:lnTo>
                    <a:pt x="36328" y="880"/>
                  </a:lnTo>
                  <a:cubicBezTo>
                    <a:pt x="36427" y="473"/>
                    <a:pt x="36107" y="94"/>
                    <a:pt x="35713" y="94"/>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155;p61">
              <a:extLst>
                <a:ext uri="{FF2B5EF4-FFF2-40B4-BE49-F238E27FC236}">
                  <a16:creationId xmlns:a16="http://schemas.microsoft.com/office/drawing/2014/main" id="{7DBE5D0D-F652-AE86-EC8F-033365EB3E97}"/>
                </a:ext>
              </a:extLst>
            </p:cNvPr>
            <p:cNvSpPr/>
            <p:nvPr/>
          </p:nvSpPr>
          <p:spPr>
            <a:xfrm>
              <a:off x="775325" y="4505404"/>
              <a:ext cx="108339" cy="107004"/>
            </a:xfrm>
            <a:custGeom>
              <a:avLst/>
              <a:gdLst/>
              <a:ahLst/>
              <a:cxnLst/>
              <a:rect l="l" t="t" r="r" b="b"/>
              <a:pathLst>
                <a:path w="10064" h="9940" extrusionOk="0">
                  <a:moveTo>
                    <a:pt x="9365" y="0"/>
                  </a:moveTo>
                  <a:cubicBezTo>
                    <a:pt x="9202" y="0"/>
                    <a:pt x="9039" y="63"/>
                    <a:pt x="8915" y="187"/>
                  </a:cubicBezTo>
                  <a:lnTo>
                    <a:pt x="249" y="8852"/>
                  </a:lnTo>
                  <a:cubicBezTo>
                    <a:pt x="0" y="9100"/>
                    <a:pt x="0" y="9503"/>
                    <a:pt x="249" y="9753"/>
                  </a:cubicBezTo>
                  <a:cubicBezTo>
                    <a:pt x="373" y="9877"/>
                    <a:pt x="536" y="9939"/>
                    <a:pt x="699" y="9939"/>
                  </a:cubicBezTo>
                  <a:cubicBezTo>
                    <a:pt x="862" y="9939"/>
                    <a:pt x="1025" y="9877"/>
                    <a:pt x="1149" y="9753"/>
                  </a:cubicBezTo>
                  <a:lnTo>
                    <a:pt x="9816" y="1087"/>
                  </a:lnTo>
                  <a:cubicBezTo>
                    <a:pt x="10064" y="838"/>
                    <a:pt x="10064" y="435"/>
                    <a:pt x="9816" y="187"/>
                  </a:cubicBezTo>
                  <a:cubicBezTo>
                    <a:pt x="9691" y="63"/>
                    <a:pt x="9528" y="0"/>
                    <a:pt x="93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156;p61">
              <a:extLst>
                <a:ext uri="{FF2B5EF4-FFF2-40B4-BE49-F238E27FC236}">
                  <a16:creationId xmlns:a16="http://schemas.microsoft.com/office/drawing/2014/main" id="{A4858996-1817-3A04-6573-0E9F2CB9875B}"/>
                </a:ext>
              </a:extLst>
            </p:cNvPr>
            <p:cNvSpPr/>
            <p:nvPr/>
          </p:nvSpPr>
          <p:spPr>
            <a:xfrm>
              <a:off x="775325" y="4437806"/>
              <a:ext cx="75430" cy="74085"/>
            </a:xfrm>
            <a:custGeom>
              <a:avLst/>
              <a:gdLst/>
              <a:ahLst/>
              <a:cxnLst/>
              <a:rect l="l" t="t" r="r" b="b"/>
              <a:pathLst>
                <a:path w="7007" h="6882" extrusionOk="0">
                  <a:moveTo>
                    <a:pt x="6307" y="0"/>
                  </a:moveTo>
                  <a:cubicBezTo>
                    <a:pt x="6144" y="0"/>
                    <a:pt x="5981" y="62"/>
                    <a:pt x="5857" y="186"/>
                  </a:cubicBezTo>
                  <a:lnTo>
                    <a:pt x="249" y="5794"/>
                  </a:lnTo>
                  <a:cubicBezTo>
                    <a:pt x="0" y="6044"/>
                    <a:pt x="0" y="6445"/>
                    <a:pt x="249" y="6695"/>
                  </a:cubicBezTo>
                  <a:cubicBezTo>
                    <a:pt x="374" y="6819"/>
                    <a:pt x="537" y="6881"/>
                    <a:pt x="699" y="6881"/>
                  </a:cubicBezTo>
                  <a:cubicBezTo>
                    <a:pt x="862" y="6881"/>
                    <a:pt x="1025" y="6819"/>
                    <a:pt x="1149" y="6695"/>
                  </a:cubicBezTo>
                  <a:lnTo>
                    <a:pt x="6757" y="1087"/>
                  </a:lnTo>
                  <a:cubicBezTo>
                    <a:pt x="7006" y="839"/>
                    <a:pt x="7006" y="436"/>
                    <a:pt x="6757" y="186"/>
                  </a:cubicBezTo>
                  <a:cubicBezTo>
                    <a:pt x="6633" y="62"/>
                    <a:pt x="6470" y="0"/>
                    <a:pt x="630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157;p61">
              <a:extLst>
                <a:ext uri="{FF2B5EF4-FFF2-40B4-BE49-F238E27FC236}">
                  <a16:creationId xmlns:a16="http://schemas.microsoft.com/office/drawing/2014/main" id="{EB34A90D-3EE2-026C-7D52-946D654657FC}"/>
                </a:ext>
              </a:extLst>
            </p:cNvPr>
            <p:cNvSpPr/>
            <p:nvPr/>
          </p:nvSpPr>
          <p:spPr>
            <a:xfrm>
              <a:off x="875829" y="4538289"/>
              <a:ext cx="75409" cy="74085"/>
            </a:xfrm>
            <a:custGeom>
              <a:avLst/>
              <a:gdLst/>
              <a:ahLst/>
              <a:cxnLst/>
              <a:rect l="l" t="t" r="r" b="b"/>
              <a:pathLst>
                <a:path w="7005" h="6882" extrusionOk="0">
                  <a:moveTo>
                    <a:pt x="6306" y="1"/>
                  </a:moveTo>
                  <a:cubicBezTo>
                    <a:pt x="6143" y="1"/>
                    <a:pt x="5980" y="63"/>
                    <a:pt x="5856" y="188"/>
                  </a:cubicBezTo>
                  <a:lnTo>
                    <a:pt x="248" y="5795"/>
                  </a:lnTo>
                  <a:cubicBezTo>
                    <a:pt x="0" y="6044"/>
                    <a:pt x="0" y="6447"/>
                    <a:pt x="248" y="6695"/>
                  </a:cubicBezTo>
                  <a:cubicBezTo>
                    <a:pt x="372" y="6819"/>
                    <a:pt x="535" y="6882"/>
                    <a:pt x="699" y="6882"/>
                  </a:cubicBezTo>
                  <a:cubicBezTo>
                    <a:pt x="862" y="6882"/>
                    <a:pt x="1025" y="6819"/>
                    <a:pt x="1149" y="6695"/>
                  </a:cubicBezTo>
                  <a:lnTo>
                    <a:pt x="6757" y="1088"/>
                  </a:lnTo>
                  <a:cubicBezTo>
                    <a:pt x="7005" y="839"/>
                    <a:pt x="7005" y="436"/>
                    <a:pt x="6757" y="188"/>
                  </a:cubicBezTo>
                  <a:cubicBezTo>
                    <a:pt x="6632" y="63"/>
                    <a:pt x="6469" y="1"/>
                    <a:pt x="630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Google Shape;9027;p61">
            <a:extLst>
              <a:ext uri="{FF2B5EF4-FFF2-40B4-BE49-F238E27FC236}">
                <a16:creationId xmlns:a16="http://schemas.microsoft.com/office/drawing/2014/main" id="{2E3DC4D4-5FE7-003C-3700-AEF255435567}"/>
              </a:ext>
            </a:extLst>
          </p:cNvPr>
          <p:cNvSpPr/>
          <p:nvPr/>
        </p:nvSpPr>
        <p:spPr>
          <a:xfrm>
            <a:off x="587344" y="946412"/>
            <a:ext cx="355434" cy="326981"/>
          </a:xfrm>
          <a:custGeom>
            <a:avLst/>
            <a:gdLst/>
            <a:ahLst/>
            <a:cxnLst/>
            <a:rect l="l" t="t" r="r" b="b"/>
            <a:pathLst>
              <a:path w="11193" h="10297" extrusionOk="0">
                <a:moveTo>
                  <a:pt x="6014" y="2129"/>
                </a:moveTo>
                <a:lnTo>
                  <a:pt x="6014" y="3034"/>
                </a:lnTo>
                <a:lnTo>
                  <a:pt x="5097" y="3034"/>
                </a:lnTo>
                <a:lnTo>
                  <a:pt x="5097" y="2129"/>
                </a:lnTo>
                <a:close/>
                <a:moveTo>
                  <a:pt x="8704" y="347"/>
                </a:moveTo>
                <a:cubicBezTo>
                  <a:pt x="8745" y="347"/>
                  <a:pt x="8785" y="350"/>
                  <a:pt x="8824" y="355"/>
                </a:cubicBezTo>
                <a:cubicBezTo>
                  <a:pt x="9133" y="403"/>
                  <a:pt x="9371" y="617"/>
                  <a:pt x="9550" y="1058"/>
                </a:cubicBezTo>
                <a:cubicBezTo>
                  <a:pt x="9824" y="1689"/>
                  <a:pt x="9847" y="2201"/>
                  <a:pt x="9645" y="2558"/>
                </a:cubicBezTo>
                <a:cubicBezTo>
                  <a:pt x="9419" y="2939"/>
                  <a:pt x="8966" y="3034"/>
                  <a:pt x="8907" y="3046"/>
                </a:cubicBezTo>
                <a:lnTo>
                  <a:pt x="6335" y="3046"/>
                </a:lnTo>
                <a:lnTo>
                  <a:pt x="6335" y="2034"/>
                </a:lnTo>
                <a:cubicBezTo>
                  <a:pt x="6442" y="1903"/>
                  <a:pt x="6764" y="1498"/>
                  <a:pt x="7204" y="1141"/>
                </a:cubicBezTo>
                <a:cubicBezTo>
                  <a:pt x="7798" y="612"/>
                  <a:pt x="8304" y="347"/>
                  <a:pt x="8704" y="347"/>
                </a:cubicBezTo>
                <a:close/>
                <a:moveTo>
                  <a:pt x="4585" y="3356"/>
                </a:moveTo>
                <a:lnTo>
                  <a:pt x="4585" y="4653"/>
                </a:lnTo>
                <a:lnTo>
                  <a:pt x="299" y="4653"/>
                </a:lnTo>
                <a:lnTo>
                  <a:pt x="299" y="3356"/>
                </a:lnTo>
                <a:close/>
                <a:moveTo>
                  <a:pt x="6204" y="3356"/>
                </a:moveTo>
                <a:lnTo>
                  <a:pt x="6204" y="9987"/>
                </a:lnTo>
                <a:lnTo>
                  <a:pt x="4906" y="9987"/>
                </a:lnTo>
                <a:lnTo>
                  <a:pt x="4906" y="3356"/>
                </a:lnTo>
                <a:close/>
                <a:moveTo>
                  <a:pt x="10812" y="3356"/>
                </a:moveTo>
                <a:lnTo>
                  <a:pt x="10812" y="4653"/>
                </a:lnTo>
                <a:lnTo>
                  <a:pt x="9074" y="4653"/>
                </a:lnTo>
                <a:cubicBezTo>
                  <a:pt x="8990" y="4653"/>
                  <a:pt x="8907" y="4725"/>
                  <a:pt x="8907" y="4820"/>
                </a:cubicBezTo>
                <a:cubicBezTo>
                  <a:pt x="8907" y="4903"/>
                  <a:pt x="8990" y="4987"/>
                  <a:pt x="9074" y="4987"/>
                </a:cubicBezTo>
                <a:lnTo>
                  <a:pt x="10002" y="4987"/>
                </a:lnTo>
                <a:lnTo>
                  <a:pt x="10002" y="9594"/>
                </a:lnTo>
                <a:cubicBezTo>
                  <a:pt x="10002" y="9809"/>
                  <a:pt x="9824" y="9987"/>
                  <a:pt x="9609" y="9987"/>
                </a:cubicBezTo>
                <a:lnTo>
                  <a:pt x="6526" y="9987"/>
                </a:lnTo>
                <a:lnTo>
                  <a:pt x="6526" y="4987"/>
                </a:lnTo>
                <a:lnTo>
                  <a:pt x="8419" y="4987"/>
                </a:lnTo>
                <a:cubicBezTo>
                  <a:pt x="8514" y="4987"/>
                  <a:pt x="8585" y="4903"/>
                  <a:pt x="8585" y="4820"/>
                </a:cubicBezTo>
                <a:cubicBezTo>
                  <a:pt x="8585" y="4725"/>
                  <a:pt x="8514" y="4653"/>
                  <a:pt x="8419" y="4653"/>
                </a:cubicBezTo>
                <a:lnTo>
                  <a:pt x="6526" y="4653"/>
                </a:lnTo>
                <a:lnTo>
                  <a:pt x="6526" y="3356"/>
                </a:lnTo>
                <a:close/>
                <a:moveTo>
                  <a:pt x="2416" y="1"/>
                </a:moveTo>
                <a:cubicBezTo>
                  <a:pt x="2282" y="1"/>
                  <a:pt x="2156" y="24"/>
                  <a:pt x="2037" y="69"/>
                </a:cubicBezTo>
                <a:cubicBezTo>
                  <a:pt x="1727" y="188"/>
                  <a:pt x="1465" y="474"/>
                  <a:pt x="1287" y="903"/>
                </a:cubicBezTo>
                <a:cubicBezTo>
                  <a:pt x="977" y="1653"/>
                  <a:pt x="965" y="2248"/>
                  <a:pt x="1215" y="2689"/>
                </a:cubicBezTo>
                <a:cubicBezTo>
                  <a:pt x="1287" y="2820"/>
                  <a:pt x="1382" y="2927"/>
                  <a:pt x="1489" y="3022"/>
                </a:cubicBezTo>
                <a:lnTo>
                  <a:pt x="156" y="3022"/>
                </a:lnTo>
                <a:cubicBezTo>
                  <a:pt x="72" y="3022"/>
                  <a:pt x="1" y="3094"/>
                  <a:pt x="1" y="3177"/>
                </a:cubicBezTo>
                <a:lnTo>
                  <a:pt x="1" y="4808"/>
                </a:lnTo>
                <a:cubicBezTo>
                  <a:pt x="1" y="4891"/>
                  <a:pt x="72" y="4963"/>
                  <a:pt x="156" y="4963"/>
                </a:cubicBezTo>
                <a:lnTo>
                  <a:pt x="834" y="4963"/>
                </a:lnTo>
                <a:lnTo>
                  <a:pt x="834" y="9583"/>
                </a:lnTo>
                <a:cubicBezTo>
                  <a:pt x="834" y="9964"/>
                  <a:pt x="1156" y="10297"/>
                  <a:pt x="1549" y="10297"/>
                </a:cubicBezTo>
                <a:lnTo>
                  <a:pt x="2656" y="10297"/>
                </a:lnTo>
                <a:cubicBezTo>
                  <a:pt x="2751" y="10297"/>
                  <a:pt x="2823" y="10225"/>
                  <a:pt x="2823" y="10130"/>
                </a:cubicBezTo>
                <a:cubicBezTo>
                  <a:pt x="2823" y="10047"/>
                  <a:pt x="2751" y="9964"/>
                  <a:pt x="2656" y="9964"/>
                </a:cubicBezTo>
                <a:lnTo>
                  <a:pt x="1549" y="9964"/>
                </a:lnTo>
                <a:cubicBezTo>
                  <a:pt x="1334" y="9964"/>
                  <a:pt x="1156" y="9785"/>
                  <a:pt x="1156" y="9583"/>
                </a:cubicBezTo>
                <a:lnTo>
                  <a:pt x="1156" y="4963"/>
                </a:lnTo>
                <a:lnTo>
                  <a:pt x="4609" y="4963"/>
                </a:lnTo>
                <a:lnTo>
                  <a:pt x="4609" y="9964"/>
                </a:lnTo>
                <a:lnTo>
                  <a:pt x="3311" y="9964"/>
                </a:lnTo>
                <a:cubicBezTo>
                  <a:pt x="3228" y="9964"/>
                  <a:pt x="3156" y="10047"/>
                  <a:pt x="3156" y="10130"/>
                </a:cubicBezTo>
                <a:cubicBezTo>
                  <a:pt x="3156" y="10225"/>
                  <a:pt x="3228" y="10297"/>
                  <a:pt x="3311" y="10297"/>
                </a:cubicBezTo>
                <a:lnTo>
                  <a:pt x="9645" y="10297"/>
                </a:lnTo>
                <a:cubicBezTo>
                  <a:pt x="10026" y="10297"/>
                  <a:pt x="10359" y="9964"/>
                  <a:pt x="10359" y="9583"/>
                </a:cubicBezTo>
                <a:lnTo>
                  <a:pt x="10359" y="4963"/>
                </a:lnTo>
                <a:lnTo>
                  <a:pt x="11026" y="4963"/>
                </a:lnTo>
                <a:cubicBezTo>
                  <a:pt x="11110" y="4963"/>
                  <a:pt x="11193" y="4891"/>
                  <a:pt x="11193" y="4808"/>
                </a:cubicBezTo>
                <a:lnTo>
                  <a:pt x="11193" y="3177"/>
                </a:lnTo>
                <a:cubicBezTo>
                  <a:pt x="11145" y="3106"/>
                  <a:pt x="11074" y="3034"/>
                  <a:pt x="10979" y="3034"/>
                </a:cubicBezTo>
                <a:lnTo>
                  <a:pt x="9657" y="3034"/>
                </a:lnTo>
                <a:cubicBezTo>
                  <a:pt x="9752" y="2939"/>
                  <a:pt x="9847" y="2844"/>
                  <a:pt x="9919" y="2701"/>
                </a:cubicBezTo>
                <a:cubicBezTo>
                  <a:pt x="10181" y="2260"/>
                  <a:pt x="10157" y="1641"/>
                  <a:pt x="9847" y="915"/>
                </a:cubicBezTo>
                <a:cubicBezTo>
                  <a:pt x="9621" y="379"/>
                  <a:pt x="9300" y="81"/>
                  <a:pt x="8871" y="22"/>
                </a:cubicBezTo>
                <a:cubicBezTo>
                  <a:pt x="8824" y="16"/>
                  <a:pt x="8776" y="13"/>
                  <a:pt x="8728" y="13"/>
                </a:cubicBezTo>
                <a:cubicBezTo>
                  <a:pt x="7648" y="13"/>
                  <a:pt x="6371" y="1489"/>
                  <a:pt x="6097" y="1808"/>
                </a:cubicBezTo>
                <a:lnTo>
                  <a:pt x="5025" y="1808"/>
                </a:lnTo>
                <a:cubicBezTo>
                  <a:pt x="4859" y="1617"/>
                  <a:pt x="4359" y="1022"/>
                  <a:pt x="3751" y="581"/>
                </a:cubicBezTo>
                <a:cubicBezTo>
                  <a:pt x="3715" y="556"/>
                  <a:pt x="3677" y="543"/>
                  <a:pt x="3642" y="543"/>
                </a:cubicBezTo>
                <a:cubicBezTo>
                  <a:pt x="3595" y="543"/>
                  <a:pt x="3552" y="565"/>
                  <a:pt x="3525" y="605"/>
                </a:cubicBezTo>
                <a:cubicBezTo>
                  <a:pt x="3466" y="677"/>
                  <a:pt x="3478" y="784"/>
                  <a:pt x="3549" y="831"/>
                </a:cubicBezTo>
                <a:cubicBezTo>
                  <a:pt x="4144" y="1260"/>
                  <a:pt x="4656" y="1855"/>
                  <a:pt x="4787" y="2022"/>
                </a:cubicBezTo>
                <a:lnTo>
                  <a:pt x="4787" y="3034"/>
                </a:lnTo>
                <a:lnTo>
                  <a:pt x="2216" y="3034"/>
                </a:lnTo>
                <a:cubicBezTo>
                  <a:pt x="2144" y="3022"/>
                  <a:pt x="1692" y="2927"/>
                  <a:pt x="1489" y="2546"/>
                </a:cubicBezTo>
                <a:cubicBezTo>
                  <a:pt x="1275" y="2189"/>
                  <a:pt x="1323" y="1677"/>
                  <a:pt x="1573" y="1034"/>
                </a:cubicBezTo>
                <a:cubicBezTo>
                  <a:pt x="1727" y="700"/>
                  <a:pt x="1906" y="474"/>
                  <a:pt x="2144" y="379"/>
                </a:cubicBezTo>
                <a:cubicBezTo>
                  <a:pt x="2224" y="348"/>
                  <a:pt x="2314" y="332"/>
                  <a:pt x="2413" y="332"/>
                </a:cubicBezTo>
                <a:cubicBezTo>
                  <a:pt x="2578" y="332"/>
                  <a:pt x="2769" y="377"/>
                  <a:pt x="2978" y="474"/>
                </a:cubicBezTo>
                <a:cubicBezTo>
                  <a:pt x="3001" y="488"/>
                  <a:pt x="3025" y="493"/>
                  <a:pt x="3049" y="493"/>
                </a:cubicBezTo>
                <a:cubicBezTo>
                  <a:pt x="3109" y="493"/>
                  <a:pt x="3166" y="454"/>
                  <a:pt x="3192" y="403"/>
                </a:cubicBezTo>
                <a:cubicBezTo>
                  <a:pt x="3239" y="308"/>
                  <a:pt x="3192" y="224"/>
                  <a:pt x="3120" y="177"/>
                </a:cubicBezTo>
                <a:cubicBezTo>
                  <a:pt x="2864" y="59"/>
                  <a:pt x="2630" y="1"/>
                  <a:pt x="241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0445299"/>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6CD832CD-5E02-BFB7-1A61-EB2EF36F34BF}"/>
              </a:ext>
            </a:extLst>
          </p:cNvPr>
          <p:cNvSpPr>
            <a:spLocks noGrp="1"/>
          </p:cNvSpPr>
          <p:nvPr>
            <p:ph type="body" idx="1"/>
          </p:nvPr>
        </p:nvSpPr>
        <p:spPr>
          <a:xfrm>
            <a:off x="1459894" y="1034457"/>
            <a:ext cx="6535049" cy="3760568"/>
          </a:xfrm>
        </p:spPr>
        <p:txBody>
          <a:bodyPr/>
          <a:lstStyle/>
          <a:p>
            <a:pPr marL="482600" indent="-342900">
              <a:buFont typeface="+mj-lt"/>
              <a:buAutoNum type="arabicPeriod" startAt="4"/>
            </a:pPr>
            <a:r>
              <a:rPr lang="en-IN" sz="1300" b="1" dirty="0">
                <a:latin typeface="Bahnschrift" panose="020B0502040204020203" pitchFamily="34" charset="0"/>
              </a:rPr>
              <a:t>Encourage Content Creation</a:t>
            </a:r>
            <a:br>
              <a:rPr lang="en-IN" sz="1300" b="1" dirty="0">
                <a:latin typeface="Bahnschrift" panose="020B0502040204020203" pitchFamily="34" charset="0"/>
              </a:rPr>
            </a:br>
            <a:endParaRPr lang="en-IN" sz="1300" b="1" dirty="0">
              <a:latin typeface="Bahnschrift" panose="020B0502040204020203" pitchFamily="34" charset="0"/>
            </a:endParaRPr>
          </a:p>
          <a:p>
            <a:pPr marL="1397000" lvl="2" indent="-342900"/>
            <a:r>
              <a:rPr lang="en-IN" sz="1300" dirty="0">
                <a:latin typeface="Bahnschrift" panose="020B0502040204020203" pitchFamily="34" charset="0"/>
              </a:rPr>
              <a:t>Introduce posting streaks, creator rewards, and gamification. </a:t>
            </a:r>
          </a:p>
          <a:p>
            <a:pPr marL="1397000" lvl="2" indent="-342900"/>
            <a:r>
              <a:rPr lang="en-IN" sz="1300" dirty="0">
                <a:latin typeface="Bahnschrift" panose="020B0502040204020203" pitchFamily="34" charset="0"/>
              </a:rPr>
              <a:t>Provide prompts such as "Share your first post" or "What's happening today?". </a:t>
            </a:r>
          </a:p>
          <a:p>
            <a:pPr marL="1397000" lvl="2" indent="-342900"/>
            <a:r>
              <a:rPr lang="en-IN" sz="1300" dirty="0">
                <a:latin typeface="Bahnschrift" panose="020B0502040204020203" pitchFamily="34" charset="0"/>
              </a:rPr>
              <a:t>Reward consistent posting with profile badges or increased visibility.</a:t>
            </a:r>
            <a:endParaRPr lang="en-IN" sz="1300" b="1" dirty="0">
              <a:latin typeface="Bahnschrift" panose="020B0502040204020203" pitchFamily="34" charset="0"/>
            </a:endParaRPr>
          </a:p>
          <a:p>
            <a:pPr marL="1054100" lvl="2" indent="0">
              <a:buNone/>
            </a:pPr>
            <a:endParaRPr lang="en-IN" sz="1400" dirty="0"/>
          </a:p>
          <a:p>
            <a:pPr marL="1054100" lvl="2" indent="0">
              <a:buNone/>
            </a:pPr>
            <a:endParaRPr lang="en-IN" sz="1300" b="1" dirty="0">
              <a:latin typeface="Bahnschrift" panose="020B0502040204020203" pitchFamily="34" charset="0"/>
            </a:endParaRPr>
          </a:p>
          <a:p>
            <a:pPr marL="482600" indent="-342900">
              <a:buAutoNum type="arabicPeriod" startAt="4"/>
            </a:pPr>
            <a:r>
              <a:rPr lang="en-IN" sz="1300" dirty="0">
                <a:latin typeface="Bahnschrift" panose="020B0502040204020203" pitchFamily="34" charset="0"/>
              </a:rPr>
              <a:t>Optimize Marketing Campaign Timing</a:t>
            </a:r>
            <a:br>
              <a:rPr lang="en-IN" sz="1300" b="1" dirty="0">
                <a:latin typeface="Bahnschrift" panose="020B0502040204020203" pitchFamily="34" charset="0"/>
              </a:rPr>
            </a:br>
            <a:endParaRPr lang="en-IN" sz="1300" b="1" dirty="0">
              <a:latin typeface="Bahnschrift" panose="020B0502040204020203" pitchFamily="34" charset="0"/>
            </a:endParaRPr>
          </a:p>
          <a:p>
            <a:pPr lvl="2"/>
            <a:r>
              <a:rPr lang="en-IN" sz="1300" dirty="0">
                <a:latin typeface="Bahnschrift" panose="020B0502040204020203" pitchFamily="34" charset="0"/>
              </a:rPr>
              <a:t>Schedule product launches, advertisements, and promotional campaigns during peak engagement periods. </a:t>
            </a:r>
          </a:p>
          <a:p>
            <a:pPr lvl="2"/>
            <a:r>
              <a:rPr lang="en-IN" sz="1300" dirty="0">
                <a:latin typeface="Bahnschrift" panose="020B0502040204020203" pitchFamily="34" charset="0"/>
              </a:rPr>
              <a:t>Publish creator collaborations when users are most active.</a:t>
            </a:r>
            <a:endParaRPr lang="en-IN" sz="1300" b="1" dirty="0">
              <a:latin typeface="Bahnschrift" panose="020B0502040204020203" pitchFamily="34" charset="0"/>
            </a:endParaRPr>
          </a:p>
          <a:p>
            <a:pPr marL="482600" indent="-342900">
              <a:buAutoNum type="arabicPeriod" startAt="4"/>
            </a:pPr>
            <a:endParaRPr lang="en-IN" sz="1300" b="1" dirty="0">
              <a:latin typeface="Bahnschrift" panose="020B0502040204020203" pitchFamily="34" charset="0"/>
            </a:endParaRPr>
          </a:p>
          <a:p>
            <a:pPr marL="1054100" lvl="2" indent="0">
              <a:buNone/>
            </a:pPr>
            <a:endParaRPr lang="en-IN" sz="1300" dirty="0">
              <a:latin typeface="Bahnschrift" panose="020B0502040204020203" pitchFamily="34" charset="0"/>
            </a:endParaRPr>
          </a:p>
        </p:txBody>
      </p:sp>
      <p:grpSp>
        <p:nvGrpSpPr>
          <p:cNvPr id="7" name="Google Shape;9040;p61">
            <a:extLst>
              <a:ext uri="{FF2B5EF4-FFF2-40B4-BE49-F238E27FC236}">
                <a16:creationId xmlns:a16="http://schemas.microsoft.com/office/drawing/2014/main" id="{2204AC5C-E48F-3B09-FE7E-7A07000EE608}"/>
              </a:ext>
            </a:extLst>
          </p:cNvPr>
          <p:cNvGrpSpPr/>
          <p:nvPr/>
        </p:nvGrpSpPr>
        <p:grpSpPr>
          <a:xfrm>
            <a:off x="930900" y="1034457"/>
            <a:ext cx="357720" cy="355148"/>
            <a:chOff x="2496894" y="3680964"/>
            <a:chExt cx="357720" cy="355148"/>
          </a:xfrm>
        </p:grpSpPr>
        <p:sp>
          <p:nvSpPr>
            <p:cNvPr id="8" name="Google Shape;9041;p61">
              <a:extLst>
                <a:ext uri="{FF2B5EF4-FFF2-40B4-BE49-F238E27FC236}">
                  <a16:creationId xmlns:a16="http://schemas.microsoft.com/office/drawing/2014/main" id="{4962C46F-6255-B6D9-8050-ED844716F3E7}"/>
                </a:ext>
              </a:extLst>
            </p:cNvPr>
            <p:cNvSpPr/>
            <p:nvPr/>
          </p:nvSpPr>
          <p:spPr>
            <a:xfrm>
              <a:off x="2598224" y="3786549"/>
              <a:ext cx="37852" cy="59763"/>
            </a:xfrm>
            <a:custGeom>
              <a:avLst/>
              <a:gdLst/>
              <a:ahLst/>
              <a:cxnLst/>
              <a:rect l="l" t="t" r="r" b="b"/>
              <a:pathLst>
                <a:path w="1192" h="1882" extrusionOk="0">
                  <a:moveTo>
                    <a:pt x="596" y="0"/>
                  </a:moveTo>
                  <a:cubicBezTo>
                    <a:pt x="275" y="0"/>
                    <a:pt x="1" y="262"/>
                    <a:pt x="1" y="595"/>
                  </a:cubicBezTo>
                  <a:lnTo>
                    <a:pt x="1" y="1286"/>
                  </a:lnTo>
                  <a:cubicBezTo>
                    <a:pt x="1" y="1619"/>
                    <a:pt x="275" y="1881"/>
                    <a:pt x="596" y="1881"/>
                  </a:cubicBezTo>
                  <a:cubicBezTo>
                    <a:pt x="929" y="1881"/>
                    <a:pt x="1191" y="1619"/>
                    <a:pt x="1191" y="1286"/>
                  </a:cubicBezTo>
                  <a:lnTo>
                    <a:pt x="1191" y="679"/>
                  </a:lnTo>
                  <a:cubicBezTo>
                    <a:pt x="1191" y="595"/>
                    <a:pt x="1120" y="512"/>
                    <a:pt x="1037" y="512"/>
                  </a:cubicBezTo>
                  <a:cubicBezTo>
                    <a:pt x="941" y="512"/>
                    <a:pt x="870" y="595"/>
                    <a:pt x="870" y="679"/>
                  </a:cubicBezTo>
                  <a:lnTo>
                    <a:pt x="870" y="1286"/>
                  </a:lnTo>
                  <a:cubicBezTo>
                    <a:pt x="870" y="1441"/>
                    <a:pt x="751" y="1560"/>
                    <a:pt x="596" y="1560"/>
                  </a:cubicBezTo>
                  <a:cubicBezTo>
                    <a:pt x="453" y="1560"/>
                    <a:pt x="334" y="1441"/>
                    <a:pt x="334" y="1286"/>
                  </a:cubicBezTo>
                  <a:lnTo>
                    <a:pt x="334" y="595"/>
                  </a:lnTo>
                  <a:cubicBezTo>
                    <a:pt x="334" y="441"/>
                    <a:pt x="453" y="322"/>
                    <a:pt x="596" y="322"/>
                  </a:cubicBezTo>
                  <a:cubicBezTo>
                    <a:pt x="691" y="322"/>
                    <a:pt x="763" y="250"/>
                    <a:pt x="763" y="155"/>
                  </a:cubicBezTo>
                  <a:cubicBezTo>
                    <a:pt x="763" y="72"/>
                    <a:pt x="691"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042;p61">
              <a:extLst>
                <a:ext uri="{FF2B5EF4-FFF2-40B4-BE49-F238E27FC236}">
                  <a16:creationId xmlns:a16="http://schemas.microsoft.com/office/drawing/2014/main" id="{F3E20770-BDEB-6D50-7D16-744ACA23F916}"/>
                </a:ext>
              </a:extLst>
            </p:cNvPr>
            <p:cNvSpPr/>
            <p:nvPr/>
          </p:nvSpPr>
          <p:spPr>
            <a:xfrm>
              <a:off x="2715051" y="3786549"/>
              <a:ext cx="37852" cy="59763"/>
            </a:xfrm>
            <a:custGeom>
              <a:avLst/>
              <a:gdLst/>
              <a:ahLst/>
              <a:cxnLst/>
              <a:rect l="l" t="t" r="r" b="b"/>
              <a:pathLst>
                <a:path w="1192" h="1882" extrusionOk="0">
                  <a:moveTo>
                    <a:pt x="596" y="0"/>
                  </a:moveTo>
                  <a:cubicBezTo>
                    <a:pt x="275" y="0"/>
                    <a:pt x="1" y="262"/>
                    <a:pt x="1" y="595"/>
                  </a:cubicBezTo>
                  <a:lnTo>
                    <a:pt x="1" y="1286"/>
                  </a:lnTo>
                  <a:cubicBezTo>
                    <a:pt x="1" y="1619"/>
                    <a:pt x="275" y="1881"/>
                    <a:pt x="596" y="1881"/>
                  </a:cubicBezTo>
                  <a:cubicBezTo>
                    <a:pt x="930" y="1881"/>
                    <a:pt x="1191" y="1619"/>
                    <a:pt x="1191" y="1286"/>
                  </a:cubicBezTo>
                  <a:lnTo>
                    <a:pt x="1191" y="679"/>
                  </a:lnTo>
                  <a:cubicBezTo>
                    <a:pt x="1191" y="595"/>
                    <a:pt x="1120" y="512"/>
                    <a:pt x="1025" y="512"/>
                  </a:cubicBezTo>
                  <a:cubicBezTo>
                    <a:pt x="941" y="512"/>
                    <a:pt x="870" y="595"/>
                    <a:pt x="870" y="679"/>
                  </a:cubicBezTo>
                  <a:lnTo>
                    <a:pt x="870" y="1286"/>
                  </a:lnTo>
                  <a:cubicBezTo>
                    <a:pt x="870" y="1441"/>
                    <a:pt x="751" y="1560"/>
                    <a:pt x="596" y="1560"/>
                  </a:cubicBezTo>
                  <a:cubicBezTo>
                    <a:pt x="453" y="1560"/>
                    <a:pt x="334" y="1441"/>
                    <a:pt x="334" y="1286"/>
                  </a:cubicBezTo>
                  <a:lnTo>
                    <a:pt x="334" y="595"/>
                  </a:lnTo>
                  <a:cubicBezTo>
                    <a:pt x="334" y="441"/>
                    <a:pt x="453" y="322"/>
                    <a:pt x="596" y="322"/>
                  </a:cubicBezTo>
                  <a:cubicBezTo>
                    <a:pt x="691" y="322"/>
                    <a:pt x="763" y="250"/>
                    <a:pt x="763" y="155"/>
                  </a:cubicBezTo>
                  <a:cubicBezTo>
                    <a:pt x="763" y="72"/>
                    <a:pt x="691" y="0"/>
                    <a:pt x="59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043;p61">
              <a:extLst>
                <a:ext uri="{FF2B5EF4-FFF2-40B4-BE49-F238E27FC236}">
                  <a16:creationId xmlns:a16="http://schemas.microsoft.com/office/drawing/2014/main" id="{BF0AF377-6E72-7CBA-BB55-7EE718370081}"/>
                </a:ext>
              </a:extLst>
            </p:cNvPr>
            <p:cNvSpPr/>
            <p:nvPr/>
          </p:nvSpPr>
          <p:spPr>
            <a:xfrm>
              <a:off x="2496894" y="3680964"/>
              <a:ext cx="297989" cy="296528"/>
            </a:xfrm>
            <a:custGeom>
              <a:avLst/>
              <a:gdLst/>
              <a:ahLst/>
              <a:cxnLst/>
              <a:rect l="l" t="t" r="r" b="b"/>
              <a:pathLst>
                <a:path w="9384" h="9338" extrusionOk="0">
                  <a:moveTo>
                    <a:pt x="5643" y="0"/>
                  </a:moveTo>
                  <a:cubicBezTo>
                    <a:pt x="5580" y="0"/>
                    <a:pt x="5517" y="1"/>
                    <a:pt x="5454" y="3"/>
                  </a:cubicBezTo>
                  <a:cubicBezTo>
                    <a:pt x="4025" y="51"/>
                    <a:pt x="2692" y="622"/>
                    <a:pt x="1680" y="1634"/>
                  </a:cubicBezTo>
                  <a:cubicBezTo>
                    <a:pt x="668" y="2646"/>
                    <a:pt x="84" y="3992"/>
                    <a:pt x="37" y="5421"/>
                  </a:cubicBezTo>
                  <a:cubicBezTo>
                    <a:pt x="1" y="6849"/>
                    <a:pt x="489" y="8219"/>
                    <a:pt x="1430" y="9278"/>
                  </a:cubicBezTo>
                  <a:cubicBezTo>
                    <a:pt x="1453" y="9302"/>
                    <a:pt x="1501" y="9338"/>
                    <a:pt x="1549" y="9338"/>
                  </a:cubicBezTo>
                  <a:cubicBezTo>
                    <a:pt x="1584" y="9338"/>
                    <a:pt x="1620" y="9314"/>
                    <a:pt x="1644" y="9290"/>
                  </a:cubicBezTo>
                  <a:cubicBezTo>
                    <a:pt x="1727" y="9231"/>
                    <a:pt x="1727" y="9123"/>
                    <a:pt x="1668" y="9052"/>
                  </a:cubicBezTo>
                  <a:cubicBezTo>
                    <a:pt x="787" y="8052"/>
                    <a:pt x="310" y="6754"/>
                    <a:pt x="358" y="5421"/>
                  </a:cubicBezTo>
                  <a:cubicBezTo>
                    <a:pt x="394" y="4075"/>
                    <a:pt x="930" y="2813"/>
                    <a:pt x="1882" y="1861"/>
                  </a:cubicBezTo>
                  <a:cubicBezTo>
                    <a:pt x="2835" y="908"/>
                    <a:pt x="4109" y="360"/>
                    <a:pt x="5442" y="325"/>
                  </a:cubicBezTo>
                  <a:cubicBezTo>
                    <a:pt x="5489" y="323"/>
                    <a:pt x="5536" y="323"/>
                    <a:pt x="5583" y="323"/>
                  </a:cubicBezTo>
                  <a:cubicBezTo>
                    <a:pt x="6877" y="323"/>
                    <a:pt x="8108" y="796"/>
                    <a:pt x="9073" y="1634"/>
                  </a:cubicBezTo>
                  <a:cubicBezTo>
                    <a:pt x="9108" y="1663"/>
                    <a:pt x="9150" y="1678"/>
                    <a:pt x="9191" y="1678"/>
                  </a:cubicBezTo>
                  <a:cubicBezTo>
                    <a:pt x="9236" y="1678"/>
                    <a:pt x="9280" y="1660"/>
                    <a:pt x="9312" y="1623"/>
                  </a:cubicBezTo>
                  <a:cubicBezTo>
                    <a:pt x="9383" y="1551"/>
                    <a:pt x="9383" y="1444"/>
                    <a:pt x="9312" y="1384"/>
                  </a:cubicBezTo>
                  <a:cubicBezTo>
                    <a:pt x="8288" y="486"/>
                    <a:pt x="6992" y="0"/>
                    <a:pt x="5643"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044;p61">
              <a:extLst>
                <a:ext uri="{FF2B5EF4-FFF2-40B4-BE49-F238E27FC236}">
                  <a16:creationId xmlns:a16="http://schemas.microsoft.com/office/drawing/2014/main" id="{DE2F759B-AC31-3590-C81C-BB5DC37725B9}"/>
                </a:ext>
              </a:extLst>
            </p:cNvPr>
            <p:cNvSpPr/>
            <p:nvPr/>
          </p:nvSpPr>
          <p:spPr>
            <a:xfrm>
              <a:off x="2555895" y="3739075"/>
              <a:ext cx="298719" cy="297036"/>
            </a:xfrm>
            <a:custGeom>
              <a:avLst/>
              <a:gdLst/>
              <a:ahLst/>
              <a:cxnLst/>
              <a:rect l="l" t="t" r="r" b="b"/>
              <a:pathLst>
                <a:path w="9407" h="9354" extrusionOk="0">
                  <a:moveTo>
                    <a:pt x="7840" y="1"/>
                  </a:moveTo>
                  <a:cubicBezTo>
                    <a:pt x="7800" y="1"/>
                    <a:pt x="7760" y="15"/>
                    <a:pt x="7727" y="43"/>
                  </a:cubicBezTo>
                  <a:cubicBezTo>
                    <a:pt x="7644" y="102"/>
                    <a:pt x="7644" y="209"/>
                    <a:pt x="7704" y="281"/>
                  </a:cubicBezTo>
                  <a:cubicBezTo>
                    <a:pt x="8585" y="1281"/>
                    <a:pt x="9061" y="2579"/>
                    <a:pt x="9013" y="3912"/>
                  </a:cubicBezTo>
                  <a:cubicBezTo>
                    <a:pt x="8978" y="5257"/>
                    <a:pt x="8430" y="6520"/>
                    <a:pt x="7489" y="7472"/>
                  </a:cubicBezTo>
                  <a:cubicBezTo>
                    <a:pt x="6537" y="8425"/>
                    <a:pt x="5263" y="8972"/>
                    <a:pt x="3929" y="9008"/>
                  </a:cubicBezTo>
                  <a:cubicBezTo>
                    <a:pt x="3881" y="9009"/>
                    <a:pt x="3833" y="9010"/>
                    <a:pt x="3785" y="9010"/>
                  </a:cubicBezTo>
                  <a:cubicBezTo>
                    <a:pt x="2491" y="9010"/>
                    <a:pt x="1251" y="8548"/>
                    <a:pt x="298" y="7698"/>
                  </a:cubicBezTo>
                  <a:cubicBezTo>
                    <a:pt x="264" y="7670"/>
                    <a:pt x="222" y="7655"/>
                    <a:pt x="180" y="7655"/>
                  </a:cubicBezTo>
                  <a:cubicBezTo>
                    <a:pt x="135" y="7655"/>
                    <a:pt x="91" y="7673"/>
                    <a:pt x="60" y="7710"/>
                  </a:cubicBezTo>
                  <a:cubicBezTo>
                    <a:pt x="0" y="7782"/>
                    <a:pt x="0" y="7889"/>
                    <a:pt x="72" y="7948"/>
                  </a:cubicBezTo>
                  <a:cubicBezTo>
                    <a:pt x="1096" y="8853"/>
                    <a:pt x="2393" y="9353"/>
                    <a:pt x="3763" y="9353"/>
                  </a:cubicBezTo>
                  <a:lnTo>
                    <a:pt x="3929" y="9353"/>
                  </a:lnTo>
                  <a:cubicBezTo>
                    <a:pt x="5358" y="9306"/>
                    <a:pt x="6692" y="8722"/>
                    <a:pt x="7704" y="7710"/>
                  </a:cubicBezTo>
                  <a:cubicBezTo>
                    <a:pt x="8716" y="6698"/>
                    <a:pt x="9299" y="5365"/>
                    <a:pt x="9347" y="3936"/>
                  </a:cubicBezTo>
                  <a:cubicBezTo>
                    <a:pt x="9406" y="2507"/>
                    <a:pt x="8894" y="1126"/>
                    <a:pt x="7966" y="66"/>
                  </a:cubicBezTo>
                  <a:cubicBezTo>
                    <a:pt x="7933" y="21"/>
                    <a:pt x="7887" y="1"/>
                    <a:pt x="784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045;p61">
              <a:extLst>
                <a:ext uri="{FF2B5EF4-FFF2-40B4-BE49-F238E27FC236}">
                  <a16:creationId xmlns:a16="http://schemas.microsoft.com/office/drawing/2014/main" id="{D3CBE6CC-AD40-B3D1-7501-DA0F5F4A7028}"/>
                </a:ext>
              </a:extLst>
            </p:cNvPr>
            <p:cNvSpPr/>
            <p:nvPr/>
          </p:nvSpPr>
          <p:spPr>
            <a:xfrm>
              <a:off x="2569867" y="3875336"/>
              <a:ext cx="211393" cy="99139"/>
            </a:xfrm>
            <a:custGeom>
              <a:avLst/>
              <a:gdLst/>
              <a:ahLst/>
              <a:cxnLst/>
              <a:rect l="l" t="t" r="r" b="b"/>
              <a:pathLst>
                <a:path w="6657" h="3122" extrusionOk="0">
                  <a:moveTo>
                    <a:pt x="5692" y="478"/>
                  </a:moveTo>
                  <a:lnTo>
                    <a:pt x="5692" y="478"/>
                  </a:lnTo>
                  <a:cubicBezTo>
                    <a:pt x="5644" y="562"/>
                    <a:pt x="5597" y="657"/>
                    <a:pt x="5537" y="728"/>
                  </a:cubicBezTo>
                  <a:cubicBezTo>
                    <a:pt x="5466" y="859"/>
                    <a:pt x="5311" y="931"/>
                    <a:pt x="5156" y="966"/>
                  </a:cubicBezTo>
                  <a:cubicBezTo>
                    <a:pt x="4537" y="1038"/>
                    <a:pt x="3918" y="1074"/>
                    <a:pt x="3323" y="1074"/>
                  </a:cubicBezTo>
                  <a:cubicBezTo>
                    <a:pt x="2715" y="1074"/>
                    <a:pt x="2096" y="1038"/>
                    <a:pt x="1489" y="966"/>
                  </a:cubicBezTo>
                  <a:cubicBezTo>
                    <a:pt x="1334" y="955"/>
                    <a:pt x="1191" y="859"/>
                    <a:pt x="1108" y="740"/>
                  </a:cubicBezTo>
                  <a:cubicBezTo>
                    <a:pt x="1049" y="657"/>
                    <a:pt x="1001" y="574"/>
                    <a:pt x="953" y="490"/>
                  </a:cubicBezTo>
                  <a:lnTo>
                    <a:pt x="953" y="490"/>
                  </a:lnTo>
                  <a:cubicBezTo>
                    <a:pt x="1727" y="609"/>
                    <a:pt x="2525" y="681"/>
                    <a:pt x="3323" y="681"/>
                  </a:cubicBezTo>
                  <a:cubicBezTo>
                    <a:pt x="4120" y="681"/>
                    <a:pt x="4918" y="609"/>
                    <a:pt x="5692" y="478"/>
                  </a:cubicBezTo>
                  <a:close/>
                  <a:moveTo>
                    <a:pt x="6347" y="324"/>
                  </a:moveTo>
                  <a:cubicBezTo>
                    <a:pt x="6311" y="335"/>
                    <a:pt x="6311" y="335"/>
                    <a:pt x="6311" y="359"/>
                  </a:cubicBezTo>
                  <a:cubicBezTo>
                    <a:pt x="6121" y="1050"/>
                    <a:pt x="5716" y="1681"/>
                    <a:pt x="5180" y="2121"/>
                  </a:cubicBezTo>
                  <a:cubicBezTo>
                    <a:pt x="4644" y="2574"/>
                    <a:pt x="3989" y="2812"/>
                    <a:pt x="3323" y="2812"/>
                  </a:cubicBezTo>
                  <a:cubicBezTo>
                    <a:pt x="2656" y="2812"/>
                    <a:pt x="2001" y="2574"/>
                    <a:pt x="1465" y="2121"/>
                  </a:cubicBezTo>
                  <a:cubicBezTo>
                    <a:pt x="941" y="1693"/>
                    <a:pt x="537" y="1050"/>
                    <a:pt x="334" y="359"/>
                  </a:cubicBezTo>
                  <a:lnTo>
                    <a:pt x="334" y="335"/>
                  </a:lnTo>
                  <a:cubicBezTo>
                    <a:pt x="406" y="359"/>
                    <a:pt x="477" y="371"/>
                    <a:pt x="572" y="395"/>
                  </a:cubicBezTo>
                  <a:cubicBezTo>
                    <a:pt x="644" y="574"/>
                    <a:pt x="739" y="752"/>
                    <a:pt x="834" y="907"/>
                  </a:cubicBezTo>
                  <a:cubicBezTo>
                    <a:pt x="965" y="1109"/>
                    <a:pt x="1203" y="1264"/>
                    <a:pt x="1465" y="1276"/>
                  </a:cubicBezTo>
                  <a:cubicBezTo>
                    <a:pt x="2084" y="1347"/>
                    <a:pt x="2715" y="1383"/>
                    <a:pt x="3335" y="1383"/>
                  </a:cubicBezTo>
                  <a:cubicBezTo>
                    <a:pt x="3954" y="1383"/>
                    <a:pt x="4585" y="1347"/>
                    <a:pt x="5216" y="1276"/>
                  </a:cubicBezTo>
                  <a:cubicBezTo>
                    <a:pt x="5466" y="1240"/>
                    <a:pt x="5704" y="1109"/>
                    <a:pt x="5835" y="883"/>
                  </a:cubicBezTo>
                  <a:cubicBezTo>
                    <a:pt x="5942" y="728"/>
                    <a:pt x="6037" y="562"/>
                    <a:pt x="6109" y="383"/>
                  </a:cubicBezTo>
                  <a:cubicBezTo>
                    <a:pt x="6180" y="371"/>
                    <a:pt x="6252" y="347"/>
                    <a:pt x="6347" y="324"/>
                  </a:cubicBezTo>
                  <a:close/>
                  <a:moveTo>
                    <a:pt x="334" y="0"/>
                  </a:moveTo>
                  <a:cubicBezTo>
                    <a:pt x="256" y="0"/>
                    <a:pt x="181" y="36"/>
                    <a:pt x="120" y="97"/>
                  </a:cubicBezTo>
                  <a:cubicBezTo>
                    <a:pt x="37" y="193"/>
                    <a:pt x="1" y="324"/>
                    <a:pt x="37" y="443"/>
                  </a:cubicBezTo>
                  <a:cubicBezTo>
                    <a:pt x="251" y="1217"/>
                    <a:pt x="668" y="1883"/>
                    <a:pt x="1263" y="2360"/>
                  </a:cubicBezTo>
                  <a:cubicBezTo>
                    <a:pt x="1858" y="2871"/>
                    <a:pt x="2596" y="3122"/>
                    <a:pt x="3335" y="3122"/>
                  </a:cubicBezTo>
                  <a:cubicBezTo>
                    <a:pt x="4097" y="3122"/>
                    <a:pt x="4811" y="2860"/>
                    <a:pt x="5406" y="2360"/>
                  </a:cubicBezTo>
                  <a:cubicBezTo>
                    <a:pt x="5990" y="1871"/>
                    <a:pt x="6418" y="1205"/>
                    <a:pt x="6645" y="443"/>
                  </a:cubicBezTo>
                  <a:cubicBezTo>
                    <a:pt x="6656" y="324"/>
                    <a:pt x="6633" y="193"/>
                    <a:pt x="6549" y="97"/>
                  </a:cubicBezTo>
                  <a:cubicBezTo>
                    <a:pt x="6495" y="43"/>
                    <a:pt x="6412" y="2"/>
                    <a:pt x="6328" y="2"/>
                  </a:cubicBezTo>
                  <a:cubicBezTo>
                    <a:pt x="6302" y="2"/>
                    <a:pt x="6277" y="6"/>
                    <a:pt x="6252" y="14"/>
                  </a:cubicBezTo>
                  <a:cubicBezTo>
                    <a:pt x="5323" y="240"/>
                    <a:pt x="4335" y="359"/>
                    <a:pt x="3335" y="359"/>
                  </a:cubicBezTo>
                  <a:cubicBezTo>
                    <a:pt x="2334" y="359"/>
                    <a:pt x="1346" y="240"/>
                    <a:pt x="418" y="14"/>
                  </a:cubicBezTo>
                  <a:cubicBezTo>
                    <a:pt x="390" y="5"/>
                    <a:pt x="362" y="0"/>
                    <a:pt x="33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0256;p63">
            <a:extLst>
              <a:ext uri="{FF2B5EF4-FFF2-40B4-BE49-F238E27FC236}">
                <a16:creationId xmlns:a16="http://schemas.microsoft.com/office/drawing/2014/main" id="{A7D785A2-6983-ACB6-D525-13A641AF140D}"/>
              </a:ext>
            </a:extLst>
          </p:cNvPr>
          <p:cNvGrpSpPr/>
          <p:nvPr/>
        </p:nvGrpSpPr>
        <p:grpSpPr>
          <a:xfrm>
            <a:off x="920911" y="2914741"/>
            <a:ext cx="422542" cy="342973"/>
            <a:chOff x="2165809" y="3811059"/>
            <a:chExt cx="422542" cy="342973"/>
          </a:xfrm>
        </p:grpSpPr>
        <p:sp>
          <p:nvSpPr>
            <p:cNvPr id="14" name="Google Shape;10257;p63">
              <a:extLst>
                <a:ext uri="{FF2B5EF4-FFF2-40B4-BE49-F238E27FC236}">
                  <a16:creationId xmlns:a16="http://schemas.microsoft.com/office/drawing/2014/main" id="{038C2C3C-3C7C-1FC4-0439-28D4B593503A}"/>
                </a:ext>
              </a:extLst>
            </p:cNvPr>
            <p:cNvSpPr/>
            <p:nvPr/>
          </p:nvSpPr>
          <p:spPr>
            <a:xfrm>
              <a:off x="2165809" y="3811059"/>
              <a:ext cx="422542" cy="342973"/>
            </a:xfrm>
            <a:custGeom>
              <a:avLst/>
              <a:gdLst/>
              <a:ahLst/>
              <a:cxnLst/>
              <a:rect l="l" t="t" r="r" b="b"/>
              <a:pathLst>
                <a:path w="13276" h="10776" extrusionOk="0">
                  <a:moveTo>
                    <a:pt x="2084" y="382"/>
                  </a:moveTo>
                  <a:cubicBezTo>
                    <a:pt x="2084" y="382"/>
                    <a:pt x="2108" y="382"/>
                    <a:pt x="2108" y="406"/>
                  </a:cubicBezTo>
                  <a:lnTo>
                    <a:pt x="2108" y="1239"/>
                  </a:lnTo>
                  <a:cubicBezTo>
                    <a:pt x="2108" y="1239"/>
                    <a:pt x="2108" y="1251"/>
                    <a:pt x="2084" y="1251"/>
                  </a:cubicBezTo>
                  <a:lnTo>
                    <a:pt x="1667" y="1251"/>
                  </a:lnTo>
                  <a:cubicBezTo>
                    <a:pt x="1667" y="1251"/>
                    <a:pt x="1655" y="1251"/>
                    <a:pt x="1655" y="1239"/>
                  </a:cubicBezTo>
                  <a:lnTo>
                    <a:pt x="1655" y="406"/>
                  </a:lnTo>
                  <a:lnTo>
                    <a:pt x="2084" y="382"/>
                  </a:lnTo>
                  <a:close/>
                  <a:moveTo>
                    <a:pt x="11645" y="382"/>
                  </a:moveTo>
                  <a:cubicBezTo>
                    <a:pt x="11645" y="382"/>
                    <a:pt x="11657" y="382"/>
                    <a:pt x="11657" y="406"/>
                  </a:cubicBezTo>
                  <a:lnTo>
                    <a:pt x="11657" y="1239"/>
                  </a:lnTo>
                  <a:cubicBezTo>
                    <a:pt x="11657" y="1239"/>
                    <a:pt x="11657" y="1251"/>
                    <a:pt x="11645" y="1251"/>
                  </a:cubicBezTo>
                  <a:lnTo>
                    <a:pt x="11216" y="1251"/>
                  </a:lnTo>
                  <a:cubicBezTo>
                    <a:pt x="11216" y="1251"/>
                    <a:pt x="11192" y="1251"/>
                    <a:pt x="11192" y="1239"/>
                  </a:cubicBezTo>
                  <a:lnTo>
                    <a:pt x="11192" y="406"/>
                  </a:lnTo>
                  <a:lnTo>
                    <a:pt x="11216" y="406"/>
                  </a:lnTo>
                  <a:lnTo>
                    <a:pt x="11645" y="382"/>
                  </a:lnTo>
                  <a:close/>
                  <a:moveTo>
                    <a:pt x="12478" y="1215"/>
                  </a:moveTo>
                  <a:cubicBezTo>
                    <a:pt x="12716" y="1215"/>
                    <a:pt x="12907" y="1418"/>
                    <a:pt x="12907" y="1656"/>
                  </a:cubicBezTo>
                  <a:lnTo>
                    <a:pt x="12907" y="9954"/>
                  </a:lnTo>
                  <a:cubicBezTo>
                    <a:pt x="12895" y="10193"/>
                    <a:pt x="12704" y="10383"/>
                    <a:pt x="12466" y="10383"/>
                  </a:cubicBezTo>
                  <a:lnTo>
                    <a:pt x="834" y="10383"/>
                  </a:lnTo>
                  <a:cubicBezTo>
                    <a:pt x="596" y="10383"/>
                    <a:pt x="405" y="10193"/>
                    <a:pt x="405" y="9954"/>
                  </a:cubicBezTo>
                  <a:lnTo>
                    <a:pt x="405" y="1656"/>
                  </a:lnTo>
                  <a:cubicBezTo>
                    <a:pt x="405" y="1418"/>
                    <a:pt x="596" y="1215"/>
                    <a:pt x="834" y="1215"/>
                  </a:cubicBezTo>
                  <a:lnTo>
                    <a:pt x="1262" y="1215"/>
                  </a:lnTo>
                  <a:lnTo>
                    <a:pt x="1262" y="1239"/>
                  </a:lnTo>
                  <a:cubicBezTo>
                    <a:pt x="1262" y="1453"/>
                    <a:pt x="1441" y="1632"/>
                    <a:pt x="1667" y="1632"/>
                  </a:cubicBezTo>
                  <a:lnTo>
                    <a:pt x="2084" y="1632"/>
                  </a:lnTo>
                  <a:cubicBezTo>
                    <a:pt x="2310" y="1632"/>
                    <a:pt x="2489" y="1453"/>
                    <a:pt x="2489" y="1239"/>
                  </a:cubicBezTo>
                  <a:lnTo>
                    <a:pt x="2489" y="1215"/>
                  </a:lnTo>
                  <a:lnTo>
                    <a:pt x="10823" y="1215"/>
                  </a:lnTo>
                  <a:lnTo>
                    <a:pt x="10823" y="1239"/>
                  </a:lnTo>
                  <a:cubicBezTo>
                    <a:pt x="10823" y="1453"/>
                    <a:pt x="11002" y="1632"/>
                    <a:pt x="11228" y="1632"/>
                  </a:cubicBezTo>
                  <a:lnTo>
                    <a:pt x="11645" y="1632"/>
                  </a:lnTo>
                  <a:cubicBezTo>
                    <a:pt x="11859" y="1632"/>
                    <a:pt x="12038" y="1453"/>
                    <a:pt x="12038" y="1239"/>
                  </a:cubicBezTo>
                  <a:lnTo>
                    <a:pt x="12038" y="1215"/>
                  </a:lnTo>
                  <a:close/>
                  <a:moveTo>
                    <a:pt x="1655" y="1"/>
                  </a:moveTo>
                  <a:cubicBezTo>
                    <a:pt x="1429" y="1"/>
                    <a:pt x="1251" y="179"/>
                    <a:pt x="1251" y="406"/>
                  </a:cubicBezTo>
                  <a:lnTo>
                    <a:pt x="1251" y="834"/>
                  </a:lnTo>
                  <a:lnTo>
                    <a:pt x="822" y="834"/>
                  </a:lnTo>
                  <a:cubicBezTo>
                    <a:pt x="381" y="834"/>
                    <a:pt x="0" y="1203"/>
                    <a:pt x="0" y="1656"/>
                  </a:cubicBezTo>
                  <a:lnTo>
                    <a:pt x="0" y="9954"/>
                  </a:lnTo>
                  <a:cubicBezTo>
                    <a:pt x="0" y="10395"/>
                    <a:pt x="381" y="10776"/>
                    <a:pt x="822" y="10776"/>
                  </a:cubicBezTo>
                  <a:lnTo>
                    <a:pt x="12442" y="10776"/>
                  </a:lnTo>
                  <a:cubicBezTo>
                    <a:pt x="12895" y="10776"/>
                    <a:pt x="13264" y="10395"/>
                    <a:pt x="13264" y="9954"/>
                  </a:cubicBezTo>
                  <a:lnTo>
                    <a:pt x="13264" y="1656"/>
                  </a:lnTo>
                  <a:cubicBezTo>
                    <a:pt x="13276" y="1203"/>
                    <a:pt x="12907" y="834"/>
                    <a:pt x="12466" y="834"/>
                  </a:cubicBezTo>
                  <a:lnTo>
                    <a:pt x="12026" y="834"/>
                  </a:lnTo>
                  <a:lnTo>
                    <a:pt x="12026" y="406"/>
                  </a:lnTo>
                  <a:cubicBezTo>
                    <a:pt x="12026" y="179"/>
                    <a:pt x="11847" y="1"/>
                    <a:pt x="11621" y="1"/>
                  </a:cubicBezTo>
                  <a:lnTo>
                    <a:pt x="11216" y="1"/>
                  </a:lnTo>
                  <a:cubicBezTo>
                    <a:pt x="10990" y="1"/>
                    <a:pt x="10811" y="179"/>
                    <a:pt x="10811" y="406"/>
                  </a:cubicBezTo>
                  <a:lnTo>
                    <a:pt x="10811" y="834"/>
                  </a:lnTo>
                  <a:lnTo>
                    <a:pt x="2477" y="834"/>
                  </a:lnTo>
                  <a:lnTo>
                    <a:pt x="2477" y="406"/>
                  </a:lnTo>
                  <a:cubicBezTo>
                    <a:pt x="2477" y="179"/>
                    <a:pt x="2298" y="1"/>
                    <a:pt x="207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258;p63">
              <a:extLst>
                <a:ext uri="{FF2B5EF4-FFF2-40B4-BE49-F238E27FC236}">
                  <a16:creationId xmlns:a16="http://schemas.microsoft.com/office/drawing/2014/main" id="{B17B3B06-F887-318A-1E20-F49017E8B960}"/>
                </a:ext>
              </a:extLst>
            </p:cNvPr>
            <p:cNvSpPr/>
            <p:nvPr/>
          </p:nvSpPr>
          <p:spPr>
            <a:xfrm>
              <a:off x="2193085" y="3877387"/>
              <a:ext cx="368753" cy="12158"/>
            </a:xfrm>
            <a:custGeom>
              <a:avLst/>
              <a:gdLst/>
              <a:ahLst/>
              <a:cxnLst/>
              <a:rect l="l" t="t" r="r" b="b"/>
              <a:pathLst>
                <a:path w="11586" h="382" extrusionOk="0">
                  <a:moveTo>
                    <a:pt x="191" y="0"/>
                  </a:moveTo>
                  <a:cubicBezTo>
                    <a:pt x="84" y="0"/>
                    <a:pt x="1" y="84"/>
                    <a:pt x="1" y="191"/>
                  </a:cubicBezTo>
                  <a:cubicBezTo>
                    <a:pt x="1" y="298"/>
                    <a:pt x="84" y="381"/>
                    <a:pt x="191" y="381"/>
                  </a:cubicBezTo>
                  <a:lnTo>
                    <a:pt x="11395" y="381"/>
                  </a:lnTo>
                  <a:cubicBezTo>
                    <a:pt x="11502" y="381"/>
                    <a:pt x="11585" y="298"/>
                    <a:pt x="11585" y="191"/>
                  </a:cubicBezTo>
                  <a:cubicBezTo>
                    <a:pt x="11585" y="84"/>
                    <a:pt x="11502" y="0"/>
                    <a:pt x="1139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259;p63">
              <a:extLst>
                <a:ext uri="{FF2B5EF4-FFF2-40B4-BE49-F238E27FC236}">
                  <a16:creationId xmlns:a16="http://schemas.microsoft.com/office/drawing/2014/main" id="{26AA6E16-174F-2110-54FF-691226E01AEB}"/>
                </a:ext>
              </a:extLst>
            </p:cNvPr>
            <p:cNvSpPr/>
            <p:nvPr/>
          </p:nvSpPr>
          <p:spPr>
            <a:xfrm>
              <a:off x="2212404" y="3930062"/>
              <a:ext cx="51942" cy="12158"/>
            </a:xfrm>
            <a:custGeom>
              <a:avLst/>
              <a:gdLst/>
              <a:ahLst/>
              <a:cxnLst/>
              <a:rect l="l" t="t" r="r" b="b"/>
              <a:pathLst>
                <a:path w="1632" h="382" extrusionOk="0">
                  <a:moveTo>
                    <a:pt x="191" y="0"/>
                  </a:moveTo>
                  <a:cubicBezTo>
                    <a:pt x="84" y="0"/>
                    <a:pt x="1" y="84"/>
                    <a:pt x="1" y="191"/>
                  </a:cubicBezTo>
                  <a:cubicBezTo>
                    <a:pt x="1" y="298"/>
                    <a:pt x="84" y="381"/>
                    <a:pt x="191" y="381"/>
                  </a:cubicBezTo>
                  <a:lnTo>
                    <a:pt x="1442" y="381"/>
                  </a:lnTo>
                  <a:cubicBezTo>
                    <a:pt x="1549" y="381"/>
                    <a:pt x="1632" y="286"/>
                    <a:pt x="1632" y="191"/>
                  </a:cubicBezTo>
                  <a:cubicBezTo>
                    <a:pt x="1632" y="84"/>
                    <a:pt x="1561"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260;p63">
              <a:extLst>
                <a:ext uri="{FF2B5EF4-FFF2-40B4-BE49-F238E27FC236}">
                  <a16:creationId xmlns:a16="http://schemas.microsoft.com/office/drawing/2014/main" id="{401FC077-6454-9220-0B3E-B9307A1B17CB}"/>
                </a:ext>
              </a:extLst>
            </p:cNvPr>
            <p:cNvSpPr/>
            <p:nvPr/>
          </p:nvSpPr>
          <p:spPr>
            <a:xfrm>
              <a:off x="2305245" y="3930062"/>
              <a:ext cx="51974" cy="12158"/>
            </a:xfrm>
            <a:custGeom>
              <a:avLst/>
              <a:gdLst/>
              <a:ahLst/>
              <a:cxnLst/>
              <a:rect l="l" t="t" r="r" b="b"/>
              <a:pathLst>
                <a:path w="1633" h="382" extrusionOk="0">
                  <a:moveTo>
                    <a:pt x="191" y="0"/>
                  </a:moveTo>
                  <a:cubicBezTo>
                    <a:pt x="84" y="0"/>
                    <a:pt x="1" y="84"/>
                    <a:pt x="1" y="191"/>
                  </a:cubicBezTo>
                  <a:cubicBezTo>
                    <a:pt x="1" y="298"/>
                    <a:pt x="84" y="381"/>
                    <a:pt x="191" y="381"/>
                  </a:cubicBezTo>
                  <a:lnTo>
                    <a:pt x="1442" y="381"/>
                  </a:lnTo>
                  <a:cubicBezTo>
                    <a:pt x="1549" y="381"/>
                    <a:pt x="1632" y="286"/>
                    <a:pt x="1632" y="191"/>
                  </a:cubicBezTo>
                  <a:cubicBezTo>
                    <a:pt x="1632" y="84"/>
                    <a:pt x="1549"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261;p63">
              <a:extLst>
                <a:ext uri="{FF2B5EF4-FFF2-40B4-BE49-F238E27FC236}">
                  <a16:creationId xmlns:a16="http://schemas.microsoft.com/office/drawing/2014/main" id="{5FBB8EDA-915C-00F7-E35E-4337E1BAD693}"/>
                </a:ext>
              </a:extLst>
            </p:cNvPr>
            <p:cNvSpPr/>
            <p:nvPr/>
          </p:nvSpPr>
          <p:spPr>
            <a:xfrm>
              <a:off x="2489813" y="3930062"/>
              <a:ext cx="52324" cy="12158"/>
            </a:xfrm>
            <a:custGeom>
              <a:avLst/>
              <a:gdLst/>
              <a:ahLst/>
              <a:cxnLst/>
              <a:rect l="l" t="t" r="r" b="b"/>
              <a:pathLst>
                <a:path w="1644" h="382" extrusionOk="0">
                  <a:moveTo>
                    <a:pt x="203" y="0"/>
                  </a:moveTo>
                  <a:cubicBezTo>
                    <a:pt x="95" y="0"/>
                    <a:pt x="0" y="84"/>
                    <a:pt x="0" y="191"/>
                  </a:cubicBezTo>
                  <a:cubicBezTo>
                    <a:pt x="0" y="298"/>
                    <a:pt x="95" y="381"/>
                    <a:pt x="203" y="381"/>
                  </a:cubicBezTo>
                  <a:lnTo>
                    <a:pt x="1441" y="381"/>
                  </a:lnTo>
                  <a:cubicBezTo>
                    <a:pt x="1548" y="381"/>
                    <a:pt x="1643" y="286"/>
                    <a:pt x="1643" y="191"/>
                  </a:cubicBezTo>
                  <a:cubicBezTo>
                    <a:pt x="1643" y="84"/>
                    <a:pt x="1572"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262;p63">
              <a:extLst>
                <a:ext uri="{FF2B5EF4-FFF2-40B4-BE49-F238E27FC236}">
                  <a16:creationId xmlns:a16="http://schemas.microsoft.com/office/drawing/2014/main" id="{9CBEEDAC-9FC9-CDC1-717F-D3EB5C2F1E51}"/>
                </a:ext>
              </a:extLst>
            </p:cNvPr>
            <p:cNvSpPr/>
            <p:nvPr/>
          </p:nvSpPr>
          <p:spPr>
            <a:xfrm>
              <a:off x="2212404" y="3983118"/>
              <a:ext cx="51942" cy="12158"/>
            </a:xfrm>
            <a:custGeom>
              <a:avLst/>
              <a:gdLst/>
              <a:ahLst/>
              <a:cxnLst/>
              <a:rect l="l" t="t" r="r" b="b"/>
              <a:pathLst>
                <a:path w="1632" h="382" extrusionOk="0">
                  <a:moveTo>
                    <a:pt x="191" y="0"/>
                  </a:moveTo>
                  <a:cubicBezTo>
                    <a:pt x="84" y="0"/>
                    <a:pt x="1" y="84"/>
                    <a:pt x="1" y="191"/>
                  </a:cubicBezTo>
                  <a:cubicBezTo>
                    <a:pt x="1" y="298"/>
                    <a:pt x="84" y="381"/>
                    <a:pt x="191" y="381"/>
                  </a:cubicBezTo>
                  <a:lnTo>
                    <a:pt x="1442" y="381"/>
                  </a:lnTo>
                  <a:cubicBezTo>
                    <a:pt x="1549" y="381"/>
                    <a:pt x="1632" y="286"/>
                    <a:pt x="1632" y="191"/>
                  </a:cubicBezTo>
                  <a:cubicBezTo>
                    <a:pt x="1632" y="84"/>
                    <a:pt x="1561"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263;p63">
              <a:extLst>
                <a:ext uri="{FF2B5EF4-FFF2-40B4-BE49-F238E27FC236}">
                  <a16:creationId xmlns:a16="http://schemas.microsoft.com/office/drawing/2014/main" id="{69DF8D4A-5CE3-7C5F-8733-0069B6BB2747}"/>
                </a:ext>
              </a:extLst>
            </p:cNvPr>
            <p:cNvSpPr/>
            <p:nvPr/>
          </p:nvSpPr>
          <p:spPr>
            <a:xfrm>
              <a:off x="2397736" y="3983118"/>
              <a:ext cx="51942" cy="12158"/>
            </a:xfrm>
            <a:custGeom>
              <a:avLst/>
              <a:gdLst/>
              <a:ahLst/>
              <a:cxnLst/>
              <a:rect l="l" t="t" r="r" b="b"/>
              <a:pathLst>
                <a:path w="1632" h="382" extrusionOk="0">
                  <a:moveTo>
                    <a:pt x="191" y="0"/>
                  </a:moveTo>
                  <a:cubicBezTo>
                    <a:pt x="83" y="0"/>
                    <a:pt x="0" y="84"/>
                    <a:pt x="0" y="191"/>
                  </a:cubicBezTo>
                  <a:cubicBezTo>
                    <a:pt x="0" y="298"/>
                    <a:pt x="83" y="381"/>
                    <a:pt x="191" y="381"/>
                  </a:cubicBezTo>
                  <a:lnTo>
                    <a:pt x="1441" y="381"/>
                  </a:lnTo>
                  <a:cubicBezTo>
                    <a:pt x="1548" y="381"/>
                    <a:pt x="1631" y="286"/>
                    <a:pt x="1631" y="191"/>
                  </a:cubicBezTo>
                  <a:cubicBezTo>
                    <a:pt x="1631" y="84"/>
                    <a:pt x="1548"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264;p63">
              <a:extLst>
                <a:ext uri="{FF2B5EF4-FFF2-40B4-BE49-F238E27FC236}">
                  <a16:creationId xmlns:a16="http://schemas.microsoft.com/office/drawing/2014/main" id="{8108967C-43BD-87E8-450F-B2DC9429C5FA}"/>
                </a:ext>
              </a:extLst>
            </p:cNvPr>
            <p:cNvSpPr/>
            <p:nvPr/>
          </p:nvSpPr>
          <p:spPr>
            <a:xfrm>
              <a:off x="2212404" y="4036175"/>
              <a:ext cx="51942" cy="12158"/>
            </a:xfrm>
            <a:custGeom>
              <a:avLst/>
              <a:gdLst/>
              <a:ahLst/>
              <a:cxnLst/>
              <a:rect l="l" t="t" r="r" b="b"/>
              <a:pathLst>
                <a:path w="1632" h="382" extrusionOk="0">
                  <a:moveTo>
                    <a:pt x="191" y="0"/>
                  </a:moveTo>
                  <a:cubicBezTo>
                    <a:pt x="84" y="0"/>
                    <a:pt x="1" y="83"/>
                    <a:pt x="1" y="191"/>
                  </a:cubicBezTo>
                  <a:cubicBezTo>
                    <a:pt x="1" y="298"/>
                    <a:pt x="84" y="381"/>
                    <a:pt x="191" y="381"/>
                  </a:cubicBezTo>
                  <a:lnTo>
                    <a:pt x="1442" y="381"/>
                  </a:lnTo>
                  <a:cubicBezTo>
                    <a:pt x="1549" y="381"/>
                    <a:pt x="1632" y="298"/>
                    <a:pt x="1632" y="191"/>
                  </a:cubicBezTo>
                  <a:cubicBezTo>
                    <a:pt x="1632" y="83"/>
                    <a:pt x="1561"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265;p63">
              <a:extLst>
                <a:ext uri="{FF2B5EF4-FFF2-40B4-BE49-F238E27FC236}">
                  <a16:creationId xmlns:a16="http://schemas.microsoft.com/office/drawing/2014/main" id="{0E2A9C23-2F79-C4EC-FF19-1ECDB6CD5A05}"/>
                </a:ext>
              </a:extLst>
            </p:cNvPr>
            <p:cNvSpPr/>
            <p:nvPr/>
          </p:nvSpPr>
          <p:spPr>
            <a:xfrm>
              <a:off x="2305245" y="4036175"/>
              <a:ext cx="51974" cy="12158"/>
            </a:xfrm>
            <a:custGeom>
              <a:avLst/>
              <a:gdLst/>
              <a:ahLst/>
              <a:cxnLst/>
              <a:rect l="l" t="t" r="r" b="b"/>
              <a:pathLst>
                <a:path w="1633" h="382" extrusionOk="0">
                  <a:moveTo>
                    <a:pt x="191" y="0"/>
                  </a:moveTo>
                  <a:cubicBezTo>
                    <a:pt x="84" y="0"/>
                    <a:pt x="1" y="83"/>
                    <a:pt x="1" y="191"/>
                  </a:cubicBezTo>
                  <a:cubicBezTo>
                    <a:pt x="1" y="298"/>
                    <a:pt x="84" y="381"/>
                    <a:pt x="191" y="381"/>
                  </a:cubicBezTo>
                  <a:lnTo>
                    <a:pt x="1442" y="381"/>
                  </a:lnTo>
                  <a:cubicBezTo>
                    <a:pt x="1549" y="381"/>
                    <a:pt x="1632" y="298"/>
                    <a:pt x="1632" y="191"/>
                  </a:cubicBezTo>
                  <a:cubicBezTo>
                    <a:pt x="1632" y="83"/>
                    <a:pt x="1549"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266;p63">
              <a:extLst>
                <a:ext uri="{FF2B5EF4-FFF2-40B4-BE49-F238E27FC236}">
                  <a16:creationId xmlns:a16="http://schemas.microsoft.com/office/drawing/2014/main" id="{E972B1F6-D623-0848-2378-C9C03D33990F}"/>
                </a:ext>
              </a:extLst>
            </p:cNvPr>
            <p:cNvSpPr/>
            <p:nvPr/>
          </p:nvSpPr>
          <p:spPr>
            <a:xfrm>
              <a:off x="2489813" y="4036175"/>
              <a:ext cx="52324" cy="12158"/>
            </a:xfrm>
            <a:custGeom>
              <a:avLst/>
              <a:gdLst/>
              <a:ahLst/>
              <a:cxnLst/>
              <a:rect l="l" t="t" r="r" b="b"/>
              <a:pathLst>
                <a:path w="1644" h="382" extrusionOk="0">
                  <a:moveTo>
                    <a:pt x="203" y="0"/>
                  </a:moveTo>
                  <a:cubicBezTo>
                    <a:pt x="95" y="0"/>
                    <a:pt x="0" y="83"/>
                    <a:pt x="0" y="191"/>
                  </a:cubicBezTo>
                  <a:cubicBezTo>
                    <a:pt x="0" y="298"/>
                    <a:pt x="95" y="381"/>
                    <a:pt x="203" y="381"/>
                  </a:cubicBezTo>
                  <a:lnTo>
                    <a:pt x="1441" y="381"/>
                  </a:lnTo>
                  <a:cubicBezTo>
                    <a:pt x="1548" y="381"/>
                    <a:pt x="1643" y="298"/>
                    <a:pt x="1643" y="191"/>
                  </a:cubicBezTo>
                  <a:cubicBezTo>
                    <a:pt x="1643" y="83"/>
                    <a:pt x="1572"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267;p63">
              <a:extLst>
                <a:ext uri="{FF2B5EF4-FFF2-40B4-BE49-F238E27FC236}">
                  <a16:creationId xmlns:a16="http://schemas.microsoft.com/office/drawing/2014/main" id="{9A0FDE3B-5125-4E9C-0B85-B1C3F1743194}"/>
                </a:ext>
              </a:extLst>
            </p:cNvPr>
            <p:cNvSpPr/>
            <p:nvPr/>
          </p:nvSpPr>
          <p:spPr>
            <a:xfrm>
              <a:off x="2305245" y="4088467"/>
              <a:ext cx="51974" cy="12540"/>
            </a:xfrm>
            <a:custGeom>
              <a:avLst/>
              <a:gdLst/>
              <a:ahLst/>
              <a:cxnLst/>
              <a:rect l="l" t="t" r="r" b="b"/>
              <a:pathLst>
                <a:path w="1633" h="394" extrusionOk="0">
                  <a:moveTo>
                    <a:pt x="191" y="0"/>
                  </a:moveTo>
                  <a:cubicBezTo>
                    <a:pt x="84" y="0"/>
                    <a:pt x="1" y="95"/>
                    <a:pt x="1" y="191"/>
                  </a:cubicBezTo>
                  <a:cubicBezTo>
                    <a:pt x="1" y="298"/>
                    <a:pt x="84" y="393"/>
                    <a:pt x="191" y="393"/>
                  </a:cubicBezTo>
                  <a:lnTo>
                    <a:pt x="1442" y="393"/>
                  </a:lnTo>
                  <a:cubicBezTo>
                    <a:pt x="1549" y="393"/>
                    <a:pt x="1632" y="298"/>
                    <a:pt x="1632" y="191"/>
                  </a:cubicBezTo>
                  <a:cubicBezTo>
                    <a:pt x="1632" y="95"/>
                    <a:pt x="1549" y="0"/>
                    <a:pt x="144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268;p63">
              <a:extLst>
                <a:ext uri="{FF2B5EF4-FFF2-40B4-BE49-F238E27FC236}">
                  <a16:creationId xmlns:a16="http://schemas.microsoft.com/office/drawing/2014/main" id="{14A11883-86C7-CEEF-1BDD-D84D1F43AE98}"/>
                </a:ext>
              </a:extLst>
            </p:cNvPr>
            <p:cNvSpPr/>
            <p:nvPr/>
          </p:nvSpPr>
          <p:spPr>
            <a:xfrm>
              <a:off x="2397736" y="4088467"/>
              <a:ext cx="51942" cy="12540"/>
            </a:xfrm>
            <a:custGeom>
              <a:avLst/>
              <a:gdLst/>
              <a:ahLst/>
              <a:cxnLst/>
              <a:rect l="l" t="t" r="r" b="b"/>
              <a:pathLst>
                <a:path w="1632" h="394" extrusionOk="0">
                  <a:moveTo>
                    <a:pt x="191" y="0"/>
                  </a:moveTo>
                  <a:cubicBezTo>
                    <a:pt x="83" y="0"/>
                    <a:pt x="0" y="95"/>
                    <a:pt x="0" y="191"/>
                  </a:cubicBezTo>
                  <a:cubicBezTo>
                    <a:pt x="0" y="298"/>
                    <a:pt x="83" y="393"/>
                    <a:pt x="191" y="393"/>
                  </a:cubicBezTo>
                  <a:lnTo>
                    <a:pt x="1441" y="393"/>
                  </a:lnTo>
                  <a:cubicBezTo>
                    <a:pt x="1548" y="393"/>
                    <a:pt x="1631" y="298"/>
                    <a:pt x="1631" y="191"/>
                  </a:cubicBezTo>
                  <a:cubicBezTo>
                    <a:pt x="1631" y="95"/>
                    <a:pt x="1548"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269;p63">
              <a:extLst>
                <a:ext uri="{FF2B5EF4-FFF2-40B4-BE49-F238E27FC236}">
                  <a16:creationId xmlns:a16="http://schemas.microsoft.com/office/drawing/2014/main" id="{5CABED78-1798-E61D-E3C4-D54714A397BE}"/>
                </a:ext>
              </a:extLst>
            </p:cNvPr>
            <p:cNvSpPr/>
            <p:nvPr/>
          </p:nvSpPr>
          <p:spPr>
            <a:xfrm>
              <a:off x="2489813" y="4088467"/>
              <a:ext cx="52324" cy="12540"/>
            </a:xfrm>
            <a:custGeom>
              <a:avLst/>
              <a:gdLst/>
              <a:ahLst/>
              <a:cxnLst/>
              <a:rect l="l" t="t" r="r" b="b"/>
              <a:pathLst>
                <a:path w="1644" h="394" extrusionOk="0">
                  <a:moveTo>
                    <a:pt x="203" y="0"/>
                  </a:moveTo>
                  <a:cubicBezTo>
                    <a:pt x="95" y="0"/>
                    <a:pt x="0" y="95"/>
                    <a:pt x="0" y="191"/>
                  </a:cubicBezTo>
                  <a:cubicBezTo>
                    <a:pt x="0" y="298"/>
                    <a:pt x="95" y="393"/>
                    <a:pt x="203" y="393"/>
                  </a:cubicBezTo>
                  <a:lnTo>
                    <a:pt x="1441" y="393"/>
                  </a:lnTo>
                  <a:cubicBezTo>
                    <a:pt x="1548" y="393"/>
                    <a:pt x="1643" y="298"/>
                    <a:pt x="1643" y="191"/>
                  </a:cubicBezTo>
                  <a:cubicBezTo>
                    <a:pt x="1643" y="95"/>
                    <a:pt x="1572" y="0"/>
                    <a:pt x="1441"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0270;p63">
              <a:extLst>
                <a:ext uri="{FF2B5EF4-FFF2-40B4-BE49-F238E27FC236}">
                  <a16:creationId xmlns:a16="http://schemas.microsoft.com/office/drawing/2014/main" id="{A0761090-4E90-AE02-8BE6-5DDCE7D2CAD2}"/>
                </a:ext>
              </a:extLst>
            </p:cNvPr>
            <p:cNvSpPr/>
            <p:nvPr/>
          </p:nvSpPr>
          <p:spPr>
            <a:xfrm>
              <a:off x="2304863" y="3969751"/>
              <a:ext cx="53088" cy="38766"/>
            </a:xfrm>
            <a:custGeom>
              <a:avLst/>
              <a:gdLst/>
              <a:ahLst/>
              <a:cxnLst/>
              <a:rect l="l" t="t" r="r" b="b"/>
              <a:pathLst>
                <a:path w="1668" h="1218" extrusionOk="0">
                  <a:moveTo>
                    <a:pt x="1454" y="1"/>
                  </a:moveTo>
                  <a:cubicBezTo>
                    <a:pt x="1406" y="1"/>
                    <a:pt x="1358" y="21"/>
                    <a:pt x="1323" y="63"/>
                  </a:cubicBezTo>
                  <a:lnTo>
                    <a:pt x="620" y="754"/>
                  </a:lnTo>
                  <a:lnTo>
                    <a:pt x="334" y="480"/>
                  </a:lnTo>
                  <a:cubicBezTo>
                    <a:pt x="299" y="438"/>
                    <a:pt x="251" y="417"/>
                    <a:pt x="203" y="417"/>
                  </a:cubicBezTo>
                  <a:cubicBezTo>
                    <a:pt x="156" y="417"/>
                    <a:pt x="108" y="438"/>
                    <a:pt x="72" y="480"/>
                  </a:cubicBezTo>
                  <a:cubicBezTo>
                    <a:pt x="1" y="551"/>
                    <a:pt x="1" y="670"/>
                    <a:pt x="72" y="742"/>
                  </a:cubicBezTo>
                  <a:lnTo>
                    <a:pt x="489" y="1158"/>
                  </a:lnTo>
                  <a:cubicBezTo>
                    <a:pt x="513" y="1194"/>
                    <a:pt x="572" y="1218"/>
                    <a:pt x="620" y="1218"/>
                  </a:cubicBezTo>
                  <a:cubicBezTo>
                    <a:pt x="668" y="1218"/>
                    <a:pt x="727" y="1206"/>
                    <a:pt x="751" y="1158"/>
                  </a:cubicBezTo>
                  <a:lnTo>
                    <a:pt x="1585" y="325"/>
                  </a:lnTo>
                  <a:cubicBezTo>
                    <a:pt x="1668" y="254"/>
                    <a:pt x="1668" y="134"/>
                    <a:pt x="1585" y="63"/>
                  </a:cubicBezTo>
                  <a:cubicBezTo>
                    <a:pt x="1549" y="21"/>
                    <a:pt x="1501" y="1"/>
                    <a:pt x="1454"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271;p63">
              <a:extLst>
                <a:ext uri="{FF2B5EF4-FFF2-40B4-BE49-F238E27FC236}">
                  <a16:creationId xmlns:a16="http://schemas.microsoft.com/office/drawing/2014/main" id="{CDBE30B8-2D56-5C4B-073C-C3920C86A08C}"/>
                </a:ext>
              </a:extLst>
            </p:cNvPr>
            <p:cNvSpPr/>
            <p:nvPr/>
          </p:nvSpPr>
          <p:spPr>
            <a:xfrm>
              <a:off x="2489813" y="3969751"/>
              <a:ext cx="53088" cy="38766"/>
            </a:xfrm>
            <a:custGeom>
              <a:avLst/>
              <a:gdLst/>
              <a:ahLst/>
              <a:cxnLst/>
              <a:rect l="l" t="t" r="r" b="b"/>
              <a:pathLst>
                <a:path w="1668" h="1218" extrusionOk="0">
                  <a:moveTo>
                    <a:pt x="1465" y="1"/>
                  </a:moveTo>
                  <a:cubicBezTo>
                    <a:pt x="1417" y="1"/>
                    <a:pt x="1369" y="21"/>
                    <a:pt x="1334" y="63"/>
                  </a:cubicBezTo>
                  <a:lnTo>
                    <a:pt x="631" y="754"/>
                  </a:lnTo>
                  <a:lnTo>
                    <a:pt x="346" y="480"/>
                  </a:lnTo>
                  <a:cubicBezTo>
                    <a:pt x="310" y="438"/>
                    <a:pt x="262" y="417"/>
                    <a:pt x="215" y="417"/>
                  </a:cubicBezTo>
                  <a:cubicBezTo>
                    <a:pt x="167" y="417"/>
                    <a:pt x="119" y="438"/>
                    <a:pt x="84" y="480"/>
                  </a:cubicBezTo>
                  <a:cubicBezTo>
                    <a:pt x="0" y="551"/>
                    <a:pt x="0" y="670"/>
                    <a:pt x="84" y="742"/>
                  </a:cubicBezTo>
                  <a:lnTo>
                    <a:pt x="500" y="1158"/>
                  </a:lnTo>
                  <a:cubicBezTo>
                    <a:pt x="524" y="1194"/>
                    <a:pt x="584" y="1218"/>
                    <a:pt x="631" y="1218"/>
                  </a:cubicBezTo>
                  <a:cubicBezTo>
                    <a:pt x="667" y="1218"/>
                    <a:pt x="738" y="1206"/>
                    <a:pt x="762" y="1158"/>
                  </a:cubicBezTo>
                  <a:lnTo>
                    <a:pt x="1596" y="325"/>
                  </a:lnTo>
                  <a:cubicBezTo>
                    <a:pt x="1667" y="254"/>
                    <a:pt x="1667" y="134"/>
                    <a:pt x="1596" y="63"/>
                  </a:cubicBezTo>
                  <a:cubicBezTo>
                    <a:pt x="1560" y="21"/>
                    <a:pt x="1512" y="1"/>
                    <a:pt x="14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272;p63">
              <a:extLst>
                <a:ext uri="{FF2B5EF4-FFF2-40B4-BE49-F238E27FC236}">
                  <a16:creationId xmlns:a16="http://schemas.microsoft.com/office/drawing/2014/main" id="{25887FE0-754F-2DD8-2BA6-7E33B7A4D673}"/>
                </a:ext>
              </a:extLst>
            </p:cNvPr>
            <p:cNvSpPr/>
            <p:nvPr/>
          </p:nvSpPr>
          <p:spPr>
            <a:xfrm>
              <a:off x="2396972" y="4022807"/>
              <a:ext cx="53088" cy="38766"/>
            </a:xfrm>
            <a:custGeom>
              <a:avLst/>
              <a:gdLst/>
              <a:ahLst/>
              <a:cxnLst/>
              <a:rect l="l" t="t" r="r" b="b"/>
              <a:pathLst>
                <a:path w="1668" h="1218" extrusionOk="0">
                  <a:moveTo>
                    <a:pt x="1465" y="0"/>
                  </a:moveTo>
                  <a:cubicBezTo>
                    <a:pt x="1417" y="0"/>
                    <a:pt x="1369" y="21"/>
                    <a:pt x="1334" y="63"/>
                  </a:cubicBezTo>
                  <a:lnTo>
                    <a:pt x="631" y="753"/>
                  </a:lnTo>
                  <a:lnTo>
                    <a:pt x="345" y="480"/>
                  </a:lnTo>
                  <a:cubicBezTo>
                    <a:pt x="310" y="438"/>
                    <a:pt x="262" y="417"/>
                    <a:pt x="215" y="417"/>
                  </a:cubicBezTo>
                  <a:cubicBezTo>
                    <a:pt x="167" y="417"/>
                    <a:pt x="119" y="438"/>
                    <a:pt x="84" y="480"/>
                  </a:cubicBezTo>
                  <a:cubicBezTo>
                    <a:pt x="0" y="551"/>
                    <a:pt x="0" y="670"/>
                    <a:pt x="84" y="742"/>
                  </a:cubicBezTo>
                  <a:lnTo>
                    <a:pt x="500" y="1158"/>
                  </a:lnTo>
                  <a:cubicBezTo>
                    <a:pt x="536" y="1206"/>
                    <a:pt x="584" y="1218"/>
                    <a:pt x="631" y="1218"/>
                  </a:cubicBezTo>
                  <a:cubicBezTo>
                    <a:pt x="667" y="1218"/>
                    <a:pt x="738" y="1206"/>
                    <a:pt x="762" y="1158"/>
                  </a:cubicBezTo>
                  <a:lnTo>
                    <a:pt x="1596" y="325"/>
                  </a:lnTo>
                  <a:cubicBezTo>
                    <a:pt x="1667" y="253"/>
                    <a:pt x="1667" y="134"/>
                    <a:pt x="1596" y="63"/>
                  </a:cubicBezTo>
                  <a:cubicBezTo>
                    <a:pt x="1560" y="21"/>
                    <a:pt x="1512" y="0"/>
                    <a:pt x="146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273;p63">
              <a:extLst>
                <a:ext uri="{FF2B5EF4-FFF2-40B4-BE49-F238E27FC236}">
                  <a16:creationId xmlns:a16="http://schemas.microsoft.com/office/drawing/2014/main" id="{D5CAC288-B005-504F-0095-AC2D84DC19A7}"/>
                </a:ext>
              </a:extLst>
            </p:cNvPr>
            <p:cNvSpPr/>
            <p:nvPr/>
          </p:nvSpPr>
          <p:spPr>
            <a:xfrm>
              <a:off x="2212404" y="4075386"/>
              <a:ext cx="53088" cy="38861"/>
            </a:xfrm>
            <a:custGeom>
              <a:avLst/>
              <a:gdLst/>
              <a:ahLst/>
              <a:cxnLst/>
              <a:rect l="l" t="t" r="r" b="b"/>
              <a:pathLst>
                <a:path w="1668" h="1221" extrusionOk="0">
                  <a:moveTo>
                    <a:pt x="1455" y="0"/>
                  </a:moveTo>
                  <a:cubicBezTo>
                    <a:pt x="1406" y="0"/>
                    <a:pt x="1358" y="18"/>
                    <a:pt x="1322" y="54"/>
                  </a:cubicBezTo>
                  <a:lnTo>
                    <a:pt x="620" y="756"/>
                  </a:lnTo>
                  <a:lnTo>
                    <a:pt x="346" y="471"/>
                  </a:lnTo>
                  <a:cubicBezTo>
                    <a:pt x="304" y="435"/>
                    <a:pt x="254" y="417"/>
                    <a:pt x="205" y="417"/>
                  </a:cubicBezTo>
                  <a:cubicBezTo>
                    <a:pt x="156" y="417"/>
                    <a:pt x="108" y="435"/>
                    <a:pt x="72" y="471"/>
                  </a:cubicBezTo>
                  <a:cubicBezTo>
                    <a:pt x="1" y="554"/>
                    <a:pt x="1" y="673"/>
                    <a:pt x="72" y="745"/>
                  </a:cubicBezTo>
                  <a:lnTo>
                    <a:pt x="489" y="1161"/>
                  </a:lnTo>
                  <a:cubicBezTo>
                    <a:pt x="537" y="1197"/>
                    <a:pt x="584" y="1221"/>
                    <a:pt x="620" y="1221"/>
                  </a:cubicBezTo>
                  <a:cubicBezTo>
                    <a:pt x="668" y="1221"/>
                    <a:pt x="727" y="1197"/>
                    <a:pt x="763" y="1161"/>
                  </a:cubicBezTo>
                  <a:lnTo>
                    <a:pt x="1596" y="328"/>
                  </a:lnTo>
                  <a:cubicBezTo>
                    <a:pt x="1668" y="268"/>
                    <a:pt x="1668" y="137"/>
                    <a:pt x="1596" y="54"/>
                  </a:cubicBezTo>
                  <a:cubicBezTo>
                    <a:pt x="1555" y="18"/>
                    <a:pt x="1504" y="0"/>
                    <a:pt x="14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274;p63">
              <a:extLst>
                <a:ext uri="{FF2B5EF4-FFF2-40B4-BE49-F238E27FC236}">
                  <a16:creationId xmlns:a16="http://schemas.microsoft.com/office/drawing/2014/main" id="{3AE05190-B118-1AF8-59F8-8C0A46102E13}"/>
                </a:ext>
              </a:extLst>
            </p:cNvPr>
            <p:cNvSpPr/>
            <p:nvPr/>
          </p:nvSpPr>
          <p:spPr>
            <a:xfrm>
              <a:off x="2396972" y="3916694"/>
              <a:ext cx="53088" cy="38798"/>
            </a:xfrm>
            <a:custGeom>
              <a:avLst/>
              <a:gdLst/>
              <a:ahLst/>
              <a:cxnLst/>
              <a:rect l="l" t="t" r="r" b="b"/>
              <a:pathLst>
                <a:path w="1668" h="1219" extrusionOk="0">
                  <a:moveTo>
                    <a:pt x="1465" y="1"/>
                  </a:moveTo>
                  <a:cubicBezTo>
                    <a:pt x="1417" y="1"/>
                    <a:pt x="1369" y="21"/>
                    <a:pt x="1334" y="63"/>
                  </a:cubicBezTo>
                  <a:lnTo>
                    <a:pt x="631" y="754"/>
                  </a:lnTo>
                  <a:lnTo>
                    <a:pt x="345" y="480"/>
                  </a:lnTo>
                  <a:cubicBezTo>
                    <a:pt x="310" y="438"/>
                    <a:pt x="262" y="417"/>
                    <a:pt x="215" y="417"/>
                  </a:cubicBezTo>
                  <a:cubicBezTo>
                    <a:pt x="167" y="417"/>
                    <a:pt x="119" y="438"/>
                    <a:pt x="84" y="480"/>
                  </a:cubicBezTo>
                  <a:cubicBezTo>
                    <a:pt x="0" y="551"/>
                    <a:pt x="0" y="670"/>
                    <a:pt x="84" y="742"/>
                  </a:cubicBezTo>
                  <a:lnTo>
                    <a:pt x="500" y="1159"/>
                  </a:lnTo>
                  <a:cubicBezTo>
                    <a:pt x="536" y="1206"/>
                    <a:pt x="584" y="1218"/>
                    <a:pt x="631" y="1218"/>
                  </a:cubicBezTo>
                  <a:cubicBezTo>
                    <a:pt x="667" y="1218"/>
                    <a:pt x="738" y="1206"/>
                    <a:pt x="762" y="1159"/>
                  </a:cubicBezTo>
                  <a:lnTo>
                    <a:pt x="1596" y="325"/>
                  </a:lnTo>
                  <a:cubicBezTo>
                    <a:pt x="1667" y="266"/>
                    <a:pt x="1667" y="135"/>
                    <a:pt x="1596" y="63"/>
                  </a:cubicBezTo>
                  <a:cubicBezTo>
                    <a:pt x="1560" y="21"/>
                    <a:pt x="1512" y="1"/>
                    <a:pt x="14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7089997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5FDA8E0-BAF4-186D-C70F-4D86601FFA0C}"/>
              </a:ext>
            </a:extLst>
          </p:cNvPr>
          <p:cNvSpPr>
            <a:spLocks noGrp="1"/>
          </p:cNvSpPr>
          <p:nvPr>
            <p:ph type="title"/>
          </p:nvPr>
        </p:nvSpPr>
        <p:spPr>
          <a:xfrm>
            <a:off x="676483" y="512890"/>
            <a:ext cx="3285918" cy="684522"/>
          </a:xfrm>
        </p:spPr>
        <p:txBody>
          <a:bodyPr/>
          <a:lstStyle/>
          <a:p>
            <a:r>
              <a:rPr lang="en-IN" sz="2800" u="sng" dirty="0">
                <a:latin typeface="Monsterat"/>
              </a:rPr>
              <a:t>CONCLUSION</a:t>
            </a:r>
          </a:p>
        </p:txBody>
      </p:sp>
      <p:pic>
        <p:nvPicPr>
          <p:cNvPr id="7" name="Picture 6">
            <a:extLst>
              <a:ext uri="{FF2B5EF4-FFF2-40B4-BE49-F238E27FC236}">
                <a16:creationId xmlns:a16="http://schemas.microsoft.com/office/drawing/2014/main" id="{834EB450-1E77-6CD4-DDA4-DE14B2ACDC4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5921" b="89803" l="9988" r="89890">
                        <a14:foregroundMark x1="31060" y1="8882" x2="19732" y2="18750"/>
                        <a14:foregroundMark x1="19732" y1="18750" x2="18636" y2="42434"/>
                        <a14:foregroundMark x1="18636" y1="42434" x2="9988" y2="62829"/>
                        <a14:foregroundMark x1="9988" y1="62829" x2="16809" y2="87171"/>
                        <a14:foregroundMark x1="16809" y1="87171" x2="28502" y2="88816"/>
                        <a14:foregroundMark x1="28502" y1="88816" x2="46163" y2="85197"/>
                        <a14:foregroundMark x1="46163" y1="85197" x2="54933" y2="85855"/>
                        <a14:foregroundMark x1="54933" y1="85855" x2="85505" y2="72697"/>
                        <a14:foregroundMark x1="85505" y1="72697" x2="88307" y2="50329"/>
                        <a14:foregroundMark x1="88307" y1="50329" x2="77832" y2="37829"/>
                        <a14:foregroundMark x1="77832" y1="37829" x2="67600" y2="49671"/>
                        <a14:foregroundMark x1="67600" y1="49671" x2="56516" y2="42105"/>
                        <a14:foregroundMark x1="56516" y1="42105" x2="38611" y2="5921"/>
                        <a14:foregroundMark x1="38611" y1="5921" x2="31669" y2="9868"/>
                        <a14:backgroundMark x1="74300" y1="83882" x2="84287" y2="82566"/>
                        <a14:backgroundMark x1="84287" y1="82566" x2="75396" y2="88158"/>
                        <a14:backgroundMark x1="75396" y1="88158" x2="74421" y2="85197"/>
                      </a14:backgroundRemoval>
                    </a14:imgEffect>
                  </a14:imgLayer>
                </a14:imgProps>
              </a:ext>
              <a:ext uri="{28A0092B-C50C-407E-A947-70E740481C1C}">
                <a14:useLocalDpi xmlns:a14="http://schemas.microsoft.com/office/drawing/2010/main" val="0"/>
              </a:ext>
            </a:extLst>
          </a:blip>
          <a:stretch>
            <a:fillRect/>
          </a:stretch>
        </p:blipFill>
        <p:spPr>
          <a:xfrm>
            <a:off x="3585572" y="103526"/>
            <a:ext cx="3566426" cy="1372921"/>
          </a:xfrm>
          <a:prstGeom prst="rect">
            <a:avLst/>
          </a:prstGeom>
        </p:spPr>
      </p:pic>
      <p:sp>
        <p:nvSpPr>
          <p:cNvPr id="8" name="Text Placeholder 2">
            <a:extLst>
              <a:ext uri="{FF2B5EF4-FFF2-40B4-BE49-F238E27FC236}">
                <a16:creationId xmlns:a16="http://schemas.microsoft.com/office/drawing/2014/main" id="{72EB5E59-4035-B08E-0FB1-62B92E241F25}"/>
              </a:ext>
            </a:extLst>
          </p:cNvPr>
          <p:cNvSpPr>
            <a:spLocks noGrp="1"/>
          </p:cNvSpPr>
          <p:nvPr>
            <p:ph type="body" idx="1"/>
          </p:nvPr>
        </p:nvSpPr>
        <p:spPr>
          <a:xfrm>
            <a:off x="876673" y="2053400"/>
            <a:ext cx="6900001" cy="1970494"/>
          </a:xfrm>
        </p:spPr>
        <p:txBody>
          <a:bodyPr/>
          <a:lstStyle/>
          <a:p>
            <a:pPr>
              <a:buFont typeface="Wingdings" panose="05000000000000000000" pitchFamily="2" charset="2"/>
              <a:buChar char="q"/>
            </a:pPr>
            <a:r>
              <a:rPr lang="en-IN" sz="1300" dirty="0">
                <a:latin typeface="Bahnschrift" panose="020B0502040204020203" pitchFamily="34" charset="0"/>
              </a:rPr>
              <a:t>The analysis revealed key insights into </a:t>
            </a:r>
            <a:r>
              <a:rPr lang="en-IN" sz="1300" b="1" dirty="0">
                <a:latin typeface="Bahnschrift" panose="020B0502040204020203" pitchFamily="34" charset="0"/>
              </a:rPr>
              <a:t>user activity, engagement patterns, inactive users, and trending hashtags</a:t>
            </a:r>
            <a:r>
              <a:rPr lang="en-IN" sz="1300" dirty="0">
                <a:latin typeface="Bahnschrift" panose="020B0502040204020203" pitchFamily="34" charset="0"/>
              </a:rPr>
              <a:t> across the platform. </a:t>
            </a:r>
          </a:p>
          <a:p>
            <a:pPr>
              <a:buFont typeface="Wingdings" panose="05000000000000000000" pitchFamily="2" charset="2"/>
              <a:buChar char="q"/>
            </a:pPr>
            <a:endParaRPr lang="en-IN" sz="1300" dirty="0">
              <a:latin typeface="Bahnschrift" panose="020B0502040204020203" pitchFamily="34" charset="0"/>
            </a:endParaRPr>
          </a:p>
          <a:p>
            <a:pPr>
              <a:buFont typeface="Wingdings" panose="05000000000000000000" pitchFamily="2" charset="2"/>
              <a:buChar char="q"/>
            </a:pPr>
            <a:r>
              <a:rPr lang="en-IN" sz="1300" dirty="0">
                <a:latin typeface="Bahnschrift" panose="020B0502040204020203" pitchFamily="34" charset="0"/>
              </a:rPr>
              <a:t>These insights enable targeted strategies to improve </a:t>
            </a:r>
            <a:r>
              <a:rPr lang="en-IN" sz="1300" b="1" dirty="0">
                <a:latin typeface="Bahnschrift" panose="020B0502040204020203" pitchFamily="34" charset="0"/>
              </a:rPr>
              <a:t>user engagement</a:t>
            </a:r>
            <a:r>
              <a:rPr lang="en-IN" sz="1300" dirty="0">
                <a:latin typeface="Bahnschrift" panose="020B0502040204020203" pitchFamily="34" charset="0"/>
              </a:rPr>
              <a:t>, strengthen </a:t>
            </a:r>
            <a:r>
              <a:rPr lang="en-IN" sz="1300" b="1" dirty="0">
                <a:latin typeface="Bahnschrift" panose="020B0502040204020203" pitchFamily="34" charset="0"/>
              </a:rPr>
              <a:t>user retention</a:t>
            </a:r>
            <a:r>
              <a:rPr lang="en-IN" sz="1300" dirty="0">
                <a:latin typeface="Bahnschrift" panose="020B0502040204020203" pitchFamily="34" charset="0"/>
              </a:rPr>
              <a:t>, and support </a:t>
            </a:r>
            <a:r>
              <a:rPr lang="en-IN" sz="1300" b="1" dirty="0">
                <a:latin typeface="Bahnschrift" panose="020B0502040204020203" pitchFamily="34" charset="0"/>
              </a:rPr>
              <a:t>new user acquisition</a:t>
            </a:r>
            <a:r>
              <a:rPr lang="en-IN" sz="1300" dirty="0">
                <a:latin typeface="Bahnschrift" panose="020B0502040204020203" pitchFamily="34" charset="0"/>
              </a:rPr>
              <a:t>. </a:t>
            </a:r>
          </a:p>
          <a:p>
            <a:pPr>
              <a:buFont typeface="Wingdings" panose="05000000000000000000" pitchFamily="2" charset="2"/>
              <a:buChar char="q"/>
            </a:pPr>
            <a:endParaRPr lang="en-IN" sz="1300" dirty="0">
              <a:latin typeface="Bahnschrift" panose="020B0502040204020203" pitchFamily="34" charset="0"/>
            </a:endParaRPr>
          </a:p>
          <a:p>
            <a:pPr>
              <a:buFont typeface="Wingdings" panose="05000000000000000000" pitchFamily="2" charset="2"/>
              <a:buChar char="q"/>
            </a:pPr>
            <a:r>
              <a:rPr lang="en-IN" sz="1300" dirty="0">
                <a:latin typeface="Bahnschrift" panose="020B0502040204020203" pitchFamily="34" charset="0"/>
              </a:rPr>
              <a:t>Leveraging high-performing creators, re-engaging inactive users, and promoting trending content can significantly enhance platform growth.</a:t>
            </a:r>
          </a:p>
        </p:txBody>
      </p:sp>
      <p:grpSp>
        <p:nvGrpSpPr>
          <p:cNvPr id="9" name="Google Shape;12123;p67">
            <a:extLst>
              <a:ext uri="{FF2B5EF4-FFF2-40B4-BE49-F238E27FC236}">
                <a16:creationId xmlns:a16="http://schemas.microsoft.com/office/drawing/2014/main" id="{33C5A277-5EA4-5DB1-0753-D20E43B32D3F}"/>
              </a:ext>
            </a:extLst>
          </p:cNvPr>
          <p:cNvGrpSpPr/>
          <p:nvPr/>
        </p:nvGrpSpPr>
        <p:grpSpPr>
          <a:xfrm>
            <a:off x="8722200" y="103526"/>
            <a:ext cx="415794" cy="394562"/>
            <a:chOff x="3303268" y="3817349"/>
            <a:chExt cx="346056" cy="345674"/>
          </a:xfrm>
        </p:grpSpPr>
        <p:sp>
          <p:nvSpPr>
            <p:cNvPr id="10" name="Google Shape;12124;p67">
              <a:extLst>
                <a:ext uri="{FF2B5EF4-FFF2-40B4-BE49-F238E27FC236}">
                  <a16:creationId xmlns:a16="http://schemas.microsoft.com/office/drawing/2014/main" id="{2AD460BD-4C27-78D2-E2A1-884B19CFBB65}"/>
                </a:ext>
              </a:extLst>
            </p:cNvPr>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125;p67">
              <a:extLst>
                <a:ext uri="{FF2B5EF4-FFF2-40B4-BE49-F238E27FC236}">
                  <a16:creationId xmlns:a16="http://schemas.microsoft.com/office/drawing/2014/main" id="{AAF111BC-7A59-4AAE-E1A5-5361D44D4481}"/>
                </a:ext>
              </a:extLst>
            </p:cNvPr>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126;p67">
              <a:extLst>
                <a:ext uri="{FF2B5EF4-FFF2-40B4-BE49-F238E27FC236}">
                  <a16:creationId xmlns:a16="http://schemas.microsoft.com/office/drawing/2014/main" id="{C7B77CC3-B149-C1C3-A79D-E13676EF77D9}"/>
                </a:ext>
              </a:extLst>
            </p:cNvPr>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127;p67">
              <a:extLst>
                <a:ext uri="{FF2B5EF4-FFF2-40B4-BE49-F238E27FC236}">
                  <a16:creationId xmlns:a16="http://schemas.microsoft.com/office/drawing/2014/main" id="{F920CE91-9E3E-FE9A-6B11-F462D0209727}"/>
                </a:ext>
              </a:extLst>
            </p:cNvPr>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69240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uturistic Startup Social Media Strategy by Slidesgo">
  <a:themeElements>
    <a:clrScheme name="Simple Light">
      <a:dk1>
        <a:srgbClr val="000000"/>
      </a:dk1>
      <a:lt1>
        <a:srgbClr val="2F1F65"/>
      </a:lt1>
      <a:dk2>
        <a:srgbClr val="67415C"/>
      </a:dk2>
      <a:lt2>
        <a:srgbClr val="E12B9C"/>
      </a:lt2>
      <a:accent1>
        <a:srgbClr val="DC893C"/>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1989</TotalTime>
  <Words>918</Words>
  <Application>Microsoft Office PowerPoint</Application>
  <PresentationFormat>On-screen Show (16:9)</PresentationFormat>
  <Paragraphs>101</Paragraphs>
  <Slides>15</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Wingdings</vt:lpstr>
      <vt:lpstr>Bahnschrift Light</vt:lpstr>
      <vt:lpstr>Nunito Light</vt:lpstr>
      <vt:lpstr>Bahnschrift </vt:lpstr>
      <vt:lpstr>Bahnschrift</vt:lpstr>
      <vt:lpstr>Arial</vt:lpstr>
      <vt:lpstr>Monsterat</vt:lpstr>
      <vt:lpstr>Montserrat</vt:lpstr>
      <vt:lpstr>Montserrat Medium</vt:lpstr>
      <vt:lpstr>Futuristic Startup Social Media Strategy by Slidesgo</vt:lpstr>
      <vt:lpstr>Social Media Analysis</vt:lpstr>
      <vt:lpstr>ABOUT INSTAGRAM</vt:lpstr>
      <vt:lpstr>PROBLEM STATEMENT</vt:lpstr>
      <vt:lpstr>DATA SNAPSHOT</vt:lpstr>
      <vt:lpstr>ANALYTICAL APPROACH AND TOOLS </vt:lpstr>
      <vt:lpstr>USER DISTRBUTION ACROSS PLATFORM</vt:lpstr>
      <vt:lpstr>USER CATEGORIZATION</vt:lpstr>
      <vt:lpstr>USERS ENGAGEMENT OVER PLATFORM</vt:lpstr>
      <vt:lpstr>MONTHLY ENGAGEMENT ON PLATFROM</vt:lpstr>
      <vt:lpstr>ANALYSING TREND USING HASHTAGS</vt:lpstr>
      <vt:lpstr>ACTIVE / INACTIVE USERS </vt:lpstr>
      <vt:lpstr>STRATERGIC RECOMMENDATIONS</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Ayush Mishra</cp:lastModifiedBy>
  <cp:revision>5</cp:revision>
  <dcterms:modified xsi:type="dcterms:W3CDTF">2026-07-17T20:17:13Z</dcterms:modified>
</cp:coreProperties>
</file>